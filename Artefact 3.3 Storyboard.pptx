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8" r:id="rId4"/>
    <p:sldId id="264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F0CD8B-852C-4F05-B7C4-A32B161DB2D6}" v="9" dt="2026-08-14T13:26:44.163"/>
    <p1510:client id="{6703658C-1B98-4933-809E-856CA7E5B0DA}" v="13" dt="2026-08-12T19:48:53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becca Burns" userId="a2a5a3c66734bed5" providerId="Windows Live" clId="Web-{913EA7FE-7C68-413F-9C78-64E6F98A912A}"/>
    <pc:docChg chg="addSld modSld">
      <pc:chgData name="Rebecca Burns" userId="a2a5a3c66734bed5" providerId="Windows Live" clId="Web-{913EA7FE-7C68-413F-9C78-64E6F98A912A}" dt="2026-08-08T10:51:47.434" v="279"/>
      <pc:docMkLst>
        <pc:docMk/>
      </pc:docMkLst>
      <pc:sldChg chg="addSp delSp modSp">
        <pc:chgData name="Rebecca Burns" userId="a2a5a3c66734bed5" providerId="Windows Live" clId="Web-{913EA7FE-7C68-413F-9C78-64E6F98A912A}" dt="2026-08-08T10:21:14.980" v="182" actId="1076"/>
        <pc:sldMkLst>
          <pc:docMk/>
          <pc:sldMk cId="109857222" sldId="256"/>
        </pc:sldMkLst>
        <pc:spChg chg="mod">
          <ac:chgData name="Rebecca Burns" userId="a2a5a3c66734bed5" providerId="Windows Live" clId="Web-{913EA7FE-7C68-413F-9C78-64E6F98A912A}" dt="2026-08-08T10:21:14.980" v="182" actId="1076"/>
          <ac:spMkLst>
            <pc:docMk/>
            <pc:sldMk cId="109857222" sldId="256"/>
            <ac:spMk id="5" creationId="{992017C5-9B33-8376-1871-A6633A82AC43}"/>
          </ac:spMkLst>
        </pc:spChg>
        <pc:spChg chg="mod">
          <ac:chgData name="Rebecca Burns" userId="a2a5a3c66734bed5" providerId="Windows Live" clId="Web-{913EA7FE-7C68-413F-9C78-64E6F98A912A}" dt="2026-08-08T10:14:18.815" v="173" actId="1076"/>
          <ac:spMkLst>
            <pc:docMk/>
            <pc:sldMk cId="109857222" sldId="256"/>
            <ac:spMk id="11" creationId="{880EB42F-D787-07AF-E031-717C97FCDD8D}"/>
          </ac:spMkLst>
        </pc:spChg>
        <pc:spChg chg="mod">
          <ac:chgData name="Rebecca Burns" userId="a2a5a3c66734bed5" providerId="Windows Live" clId="Web-{913EA7FE-7C68-413F-9C78-64E6F98A912A}" dt="2026-08-08T10:20:35.385" v="179" actId="20577"/>
          <ac:spMkLst>
            <pc:docMk/>
            <pc:sldMk cId="109857222" sldId="256"/>
            <ac:spMk id="12" creationId="{A4A50C7A-948B-E968-CE7E-0729250CD3A9}"/>
          </ac:spMkLst>
        </pc:spChg>
        <pc:picChg chg="mod">
          <ac:chgData name="Rebecca Burns" userId="a2a5a3c66734bed5" providerId="Windows Live" clId="Web-{913EA7FE-7C68-413F-9C78-64E6F98A912A}" dt="2026-08-08T09:51:31.479" v="105" actId="1076"/>
          <ac:picMkLst>
            <pc:docMk/>
            <pc:sldMk cId="109857222" sldId="256"/>
            <ac:picMk id="4" creationId="{E7A8D524-CC86-C894-6167-93E3377037AA}"/>
          </ac:picMkLst>
        </pc:picChg>
        <pc:picChg chg="mod">
          <ac:chgData name="Rebecca Burns" userId="a2a5a3c66734bed5" providerId="Windows Live" clId="Web-{913EA7FE-7C68-413F-9C78-64E6F98A912A}" dt="2026-08-08T09:54:20.004" v="118" actId="1076"/>
          <ac:picMkLst>
            <pc:docMk/>
            <pc:sldMk cId="109857222" sldId="256"/>
            <ac:picMk id="6" creationId="{C4F1273B-6CE1-F963-F6C0-8DE491C7A7A2}"/>
          </ac:picMkLst>
        </pc:picChg>
        <pc:picChg chg="mod">
          <ac:chgData name="Rebecca Burns" userId="a2a5a3c66734bed5" providerId="Windows Live" clId="Web-{913EA7FE-7C68-413F-9C78-64E6F98A912A}" dt="2026-08-08T10:12:59.531" v="168" actId="14100"/>
          <ac:picMkLst>
            <pc:docMk/>
            <pc:sldMk cId="109857222" sldId="256"/>
            <ac:picMk id="7" creationId="{52EFAE7B-2A8D-1A04-D46B-05A9B4638850}"/>
          </ac:picMkLst>
        </pc:picChg>
        <pc:picChg chg="mod">
          <ac:chgData name="Rebecca Burns" userId="a2a5a3c66734bed5" providerId="Windows Live" clId="Web-{913EA7FE-7C68-413F-9C78-64E6F98A912A}" dt="2026-08-08T10:13:39.126" v="172" actId="1076"/>
          <ac:picMkLst>
            <pc:docMk/>
            <pc:sldMk cId="109857222" sldId="256"/>
            <ac:picMk id="8" creationId="{2465CF2F-1331-1818-B69C-3167D0A0DE05}"/>
          </ac:picMkLst>
        </pc:picChg>
        <pc:picChg chg="mod">
          <ac:chgData name="Rebecca Burns" userId="a2a5a3c66734bed5" providerId="Windows Live" clId="Web-{913EA7FE-7C68-413F-9C78-64E6F98A912A}" dt="2026-08-08T10:13:24.923" v="171" actId="1076"/>
          <ac:picMkLst>
            <pc:docMk/>
            <pc:sldMk cId="109857222" sldId="256"/>
            <ac:picMk id="9" creationId="{FD0166B3-7E5C-653B-EE7D-552CFB5F5342}"/>
          </ac:picMkLst>
        </pc:picChg>
        <pc:cxnChg chg="add">
          <ac:chgData name="Rebecca Burns" userId="a2a5a3c66734bed5" providerId="Windows Live" clId="Web-{913EA7FE-7C68-413F-9C78-64E6F98A912A}" dt="2026-08-08T10:15:40.427" v="174"/>
          <ac:cxnSpMkLst>
            <pc:docMk/>
            <pc:sldMk cId="109857222" sldId="256"/>
            <ac:cxnSpMk id="3" creationId="{3ACFE871-48CD-04DD-88F9-9E1393BD8AF5}"/>
          </ac:cxnSpMkLst>
        </pc:cxnChg>
      </pc:sldChg>
      <pc:sldChg chg="addSp delSp modSp">
        <pc:chgData name="Rebecca Burns" userId="a2a5a3c66734bed5" providerId="Windows Live" clId="Web-{913EA7FE-7C68-413F-9C78-64E6F98A912A}" dt="2026-08-08T10:31:06.801" v="218" actId="1076"/>
        <pc:sldMkLst>
          <pc:docMk/>
          <pc:sldMk cId="1994052127" sldId="258"/>
        </pc:sldMkLst>
        <pc:spChg chg="mod">
          <ac:chgData name="Rebecca Burns" userId="a2a5a3c66734bed5" providerId="Windows Live" clId="Web-{913EA7FE-7C68-413F-9C78-64E6F98A912A}" dt="2026-08-08T10:31:06.801" v="218" actId="1076"/>
          <ac:spMkLst>
            <pc:docMk/>
            <pc:sldMk cId="1994052127" sldId="258"/>
            <ac:spMk id="16" creationId="{C314AA6F-ED24-76FF-0B8E-D78F93A4F451}"/>
          </ac:spMkLst>
        </pc:spChg>
        <pc:picChg chg="mod">
          <ac:chgData name="Rebecca Burns" userId="a2a5a3c66734bed5" providerId="Windows Live" clId="Web-{913EA7FE-7C68-413F-9C78-64E6F98A912A}" dt="2026-08-08T10:23:27.061" v="193" actId="14100"/>
          <ac:picMkLst>
            <pc:docMk/>
            <pc:sldMk cId="1994052127" sldId="258"/>
            <ac:picMk id="3" creationId="{6255F671-FF6D-91D7-B147-132B32C06688}"/>
          </ac:picMkLst>
        </pc:picChg>
        <pc:picChg chg="add mod">
          <ac:chgData name="Rebecca Burns" userId="a2a5a3c66734bed5" providerId="Windows Live" clId="Web-{913EA7FE-7C68-413F-9C78-64E6F98A912A}" dt="2026-08-08T10:26:00.240" v="209" actId="1076"/>
          <ac:picMkLst>
            <pc:docMk/>
            <pc:sldMk cId="1994052127" sldId="258"/>
            <ac:picMk id="4" creationId="{84DDF359-4FB9-4342-2334-160E5CDE2493}"/>
          </ac:picMkLst>
        </pc:picChg>
        <pc:picChg chg="add mod">
          <ac:chgData name="Rebecca Burns" userId="a2a5a3c66734bed5" providerId="Windows Live" clId="Web-{913EA7FE-7C68-413F-9C78-64E6F98A912A}" dt="2026-08-08T10:25:21.331" v="204" actId="1076"/>
          <ac:picMkLst>
            <pc:docMk/>
            <pc:sldMk cId="1994052127" sldId="258"/>
            <ac:picMk id="5" creationId="{95E18901-57DC-2FA9-8502-A5DAB3F1C0AD}"/>
          </ac:picMkLst>
        </pc:picChg>
        <pc:picChg chg="mod">
          <ac:chgData name="Rebecca Burns" userId="a2a5a3c66734bed5" providerId="Windows Live" clId="Web-{913EA7FE-7C68-413F-9C78-64E6F98A912A}" dt="2026-08-08T10:26:58.931" v="214" actId="1076"/>
          <ac:picMkLst>
            <pc:docMk/>
            <pc:sldMk cId="1994052127" sldId="258"/>
            <ac:picMk id="8" creationId="{8CF0F9E4-4EA2-3B0A-E4FE-85421C907163}"/>
          </ac:picMkLst>
        </pc:picChg>
        <pc:picChg chg="mod">
          <ac:chgData name="Rebecca Burns" userId="a2a5a3c66734bed5" providerId="Windows Live" clId="Web-{913EA7FE-7C68-413F-9C78-64E6F98A912A}" dt="2026-08-08T10:27:08.588" v="216" actId="1076"/>
          <ac:picMkLst>
            <pc:docMk/>
            <pc:sldMk cId="1994052127" sldId="258"/>
            <ac:picMk id="9" creationId="{E208E065-198A-6D70-15DA-C546B99F4219}"/>
          </ac:picMkLst>
        </pc:picChg>
        <pc:picChg chg="mod">
          <ac:chgData name="Rebecca Burns" userId="a2a5a3c66734bed5" providerId="Windows Live" clId="Web-{913EA7FE-7C68-413F-9C78-64E6F98A912A}" dt="2026-08-08T10:25:18.753" v="203" actId="14100"/>
          <ac:picMkLst>
            <pc:docMk/>
            <pc:sldMk cId="1994052127" sldId="258"/>
            <ac:picMk id="10" creationId="{F8CC0C6C-9D0B-34D2-7B40-6A37AD0F6D43}"/>
          </ac:picMkLst>
        </pc:picChg>
        <pc:picChg chg="mod">
          <ac:chgData name="Rebecca Burns" userId="a2a5a3c66734bed5" providerId="Windows Live" clId="Web-{913EA7FE-7C68-413F-9C78-64E6F98A912A}" dt="2026-08-08T10:26:39.524" v="212" actId="1076"/>
          <ac:picMkLst>
            <pc:docMk/>
            <pc:sldMk cId="1994052127" sldId="258"/>
            <ac:picMk id="19" creationId="{920EB98A-A89E-B60D-2C1F-B969D534AB73}"/>
          </ac:picMkLst>
        </pc:picChg>
        <pc:picChg chg="mod">
          <ac:chgData name="Rebecca Burns" userId="a2a5a3c66734bed5" providerId="Windows Live" clId="Web-{913EA7FE-7C68-413F-9C78-64E6F98A912A}" dt="2026-08-08T10:30:55.316" v="217" actId="1076"/>
          <ac:picMkLst>
            <pc:docMk/>
            <pc:sldMk cId="1994052127" sldId="258"/>
            <ac:picMk id="20" creationId="{85E8CF4F-1EBC-074A-8474-ABCE4195861B}"/>
          </ac:picMkLst>
        </pc:picChg>
      </pc:sldChg>
      <pc:sldChg chg="addSp delSp modSp add replId">
        <pc:chgData name="Rebecca Burns" userId="a2a5a3c66734bed5" providerId="Windows Live" clId="Web-{913EA7FE-7C68-413F-9C78-64E6F98A912A}" dt="2026-08-08T10:51:47.434" v="279"/>
        <pc:sldMkLst>
          <pc:docMk/>
          <pc:sldMk cId="1771295672" sldId="264"/>
        </pc:sldMkLst>
        <pc:spChg chg="add mod">
          <ac:chgData name="Rebecca Burns" userId="a2a5a3c66734bed5" providerId="Windows Live" clId="Web-{913EA7FE-7C68-413F-9C78-64E6F98A912A}" dt="2026-08-08T10:39:52.828" v="254" actId="14100"/>
          <ac:spMkLst>
            <pc:docMk/>
            <pc:sldMk cId="1771295672" sldId="264"/>
            <ac:spMk id="7" creationId="{C5228183-0968-6706-D775-A93FEB208E86}"/>
          </ac:spMkLst>
        </pc:spChg>
        <pc:spChg chg="add mod">
          <ac:chgData name="Rebecca Burns" userId="a2a5a3c66734bed5" providerId="Windows Live" clId="Web-{913EA7FE-7C68-413F-9C78-64E6F98A912A}" dt="2026-08-08T10:40:52.439" v="262" actId="1076"/>
          <ac:spMkLst>
            <pc:docMk/>
            <pc:sldMk cId="1771295672" sldId="264"/>
            <ac:spMk id="21" creationId="{45CA558C-3964-934D-D17D-9CC63FBC55D6}"/>
          </ac:spMkLst>
        </pc:spChg>
        <pc:picChg chg="add mod">
          <ac:chgData name="Rebecca Burns" userId="a2a5a3c66734bed5" providerId="Windows Live" clId="Web-{913EA7FE-7C68-413F-9C78-64E6F98A912A}" dt="2026-08-08T10:40:05.516" v="257" actId="1076"/>
          <ac:picMkLst>
            <pc:docMk/>
            <pc:sldMk cId="1771295672" sldId="264"/>
            <ac:picMk id="12" creationId="{AFF74E57-21A7-6BAA-B0CA-B79C0B93D289}"/>
          </ac:picMkLst>
        </pc:picChg>
        <pc:picChg chg="add mod">
          <ac:chgData name="Rebecca Burns" userId="a2a5a3c66734bed5" providerId="Windows Live" clId="Web-{913EA7FE-7C68-413F-9C78-64E6F98A912A}" dt="2026-08-08T10:42:36.334" v="273" actId="1076"/>
          <ac:picMkLst>
            <pc:docMk/>
            <pc:sldMk cId="1771295672" sldId="264"/>
            <ac:picMk id="24" creationId="{BC46B49B-11BC-8A5A-811E-5F34010C944B}"/>
          </ac:picMkLst>
        </pc:picChg>
        <pc:picChg chg="add mod">
          <ac:chgData name="Rebecca Burns" userId="a2a5a3c66734bed5" providerId="Windows Live" clId="Web-{913EA7FE-7C68-413F-9C78-64E6F98A912A}" dt="2026-08-08T10:49:11.790" v="277" actId="14100"/>
          <ac:picMkLst>
            <pc:docMk/>
            <pc:sldMk cId="1771295672" sldId="264"/>
            <ac:picMk id="25" creationId="{957119B9-56FC-51DE-850F-C4E335EB88CA}"/>
          </ac:picMkLst>
        </pc:picChg>
        <pc:picChg chg="add">
          <ac:chgData name="Rebecca Burns" userId="a2a5a3c66734bed5" providerId="Windows Live" clId="Web-{913EA7FE-7C68-413F-9C78-64E6F98A912A}" dt="2026-08-08T10:51:35.324" v="278"/>
          <ac:picMkLst>
            <pc:docMk/>
            <pc:sldMk cId="1771295672" sldId="264"/>
            <ac:picMk id="27" creationId="{3477BB8F-D1EE-C4BC-E2CC-CD9F56A57DA6}"/>
          </ac:picMkLst>
        </pc:picChg>
        <pc:picChg chg="add">
          <ac:chgData name="Rebecca Burns" userId="a2a5a3c66734bed5" providerId="Windows Live" clId="Web-{913EA7FE-7C68-413F-9C78-64E6F98A912A}" dt="2026-08-08T10:51:47.434" v="279"/>
          <ac:picMkLst>
            <pc:docMk/>
            <pc:sldMk cId="1771295672" sldId="264"/>
            <ac:picMk id="29" creationId="{F066BFDA-34DA-5B39-0A11-13FE6AE28C0E}"/>
          </ac:picMkLst>
        </pc:picChg>
      </pc:sldChg>
    </pc:docChg>
  </pc:docChgLst>
  <pc:docChgLst>
    <pc:chgData name="Rebecca Burns" userId="a2a5a3c66734bed5" providerId="Windows Live" clId="Web-{AF65A783-14AA-407B-B3E1-0E8F357570ED}"/>
    <pc:docChg chg="modSld">
      <pc:chgData name="Rebecca Burns" userId="a2a5a3c66734bed5" providerId="Windows Live" clId="Web-{AF65A783-14AA-407B-B3E1-0E8F357570ED}" dt="2026-07-25T17:26:12.497" v="20" actId="1076"/>
      <pc:docMkLst>
        <pc:docMk/>
      </pc:docMkLst>
      <pc:sldChg chg="addSp delSp modSp">
        <pc:chgData name="Rebecca Burns" userId="a2a5a3c66734bed5" providerId="Windows Live" clId="Web-{AF65A783-14AA-407B-B3E1-0E8F357570ED}" dt="2026-07-25T17:26:12.497" v="20" actId="1076"/>
        <pc:sldMkLst>
          <pc:docMk/>
          <pc:sldMk cId="109857222" sldId="256"/>
        </pc:sldMkLst>
        <pc:spChg chg="mod">
          <ac:chgData name="Rebecca Burns" userId="a2a5a3c66734bed5" providerId="Windows Live" clId="Web-{AF65A783-14AA-407B-B3E1-0E8F357570ED}" dt="2026-07-25T17:23:49.449" v="18" actId="1410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ebecca Burns" userId="a2a5a3c66734bed5" providerId="Windows Live" clId="Web-{AF65A783-14AA-407B-B3E1-0E8F357570ED}" dt="2026-07-25T16:53:16.094" v="8" actId="20577"/>
          <ac:spMkLst>
            <pc:docMk/>
            <pc:sldMk cId="109857222" sldId="256"/>
            <ac:spMk id="5" creationId="{992017C5-9B33-8376-1871-A6633A82AC43}"/>
          </ac:spMkLst>
        </pc:spChg>
        <pc:picChg chg="mod">
          <ac:chgData name="Rebecca Burns" userId="a2a5a3c66734bed5" providerId="Windows Live" clId="Web-{AF65A783-14AA-407B-B3E1-0E8F357570ED}" dt="2026-07-25T16:53:52.970" v="11" actId="1076"/>
          <ac:picMkLst>
            <pc:docMk/>
            <pc:sldMk cId="109857222" sldId="256"/>
            <ac:picMk id="6" creationId="{C4F1273B-6CE1-F963-F6C0-8DE491C7A7A2}"/>
          </ac:picMkLst>
        </pc:picChg>
        <pc:picChg chg="mod">
          <ac:chgData name="Rebecca Burns" userId="a2a5a3c66734bed5" providerId="Windows Live" clId="Web-{AF65A783-14AA-407B-B3E1-0E8F357570ED}" dt="2026-07-25T16:53:45.485" v="10" actId="1076"/>
          <ac:picMkLst>
            <pc:docMk/>
            <pc:sldMk cId="109857222" sldId="256"/>
            <ac:picMk id="7" creationId="{52EFAE7B-2A8D-1A04-D46B-05A9B4638850}"/>
          </ac:picMkLst>
        </pc:picChg>
        <pc:picChg chg="add mod">
          <ac:chgData name="Rebecca Burns" userId="a2a5a3c66734bed5" providerId="Windows Live" clId="Web-{AF65A783-14AA-407B-B3E1-0E8F357570ED}" dt="2026-07-25T17:23:13.542" v="16" actId="1076"/>
          <ac:picMkLst>
            <pc:docMk/>
            <pc:sldMk cId="109857222" sldId="256"/>
            <ac:picMk id="8" creationId="{2465CF2F-1331-1818-B69C-3167D0A0DE05}"/>
          </ac:picMkLst>
        </pc:picChg>
        <pc:picChg chg="add mod">
          <ac:chgData name="Rebecca Burns" userId="a2a5a3c66734bed5" providerId="Windows Live" clId="Web-{AF65A783-14AA-407B-B3E1-0E8F357570ED}" dt="2026-07-25T17:26:12.497" v="20" actId="1076"/>
          <ac:picMkLst>
            <pc:docMk/>
            <pc:sldMk cId="109857222" sldId="256"/>
            <ac:picMk id="9" creationId="{FD0166B3-7E5C-653B-EE7D-552CFB5F5342}"/>
          </ac:picMkLst>
        </pc:picChg>
      </pc:sldChg>
    </pc:docChg>
  </pc:docChgLst>
  <pc:docChgLst>
    <pc:chgData name="Rebecca Burns" userId="a2a5a3c66734bed5" providerId="Windows Live" clId="Web-{4FF0CD8B-852C-4F05-B7C4-A32B161DB2D6}"/>
    <pc:docChg chg="modSld">
      <pc:chgData name="Rebecca Burns" userId="a2a5a3c66734bed5" providerId="Windows Live" clId="Web-{4FF0CD8B-852C-4F05-B7C4-A32B161DB2D6}" dt="2026-08-14T13:26:41.506" v="3" actId="20577"/>
      <pc:docMkLst>
        <pc:docMk/>
      </pc:docMkLst>
      <pc:sldChg chg="modSp">
        <pc:chgData name="Rebecca Burns" userId="a2a5a3c66734bed5" providerId="Windows Live" clId="Web-{4FF0CD8B-852C-4F05-B7C4-A32B161DB2D6}" dt="2026-08-14T13:26:41.506" v="3" actId="20577"/>
        <pc:sldMkLst>
          <pc:docMk/>
          <pc:sldMk cId="3957854153" sldId="262"/>
        </pc:sldMkLst>
        <pc:spChg chg="mod">
          <ac:chgData name="Rebecca Burns" userId="a2a5a3c66734bed5" providerId="Windows Live" clId="Web-{4FF0CD8B-852C-4F05-B7C4-A32B161DB2D6}" dt="2026-08-14T13:26:41.506" v="3" actId="20577"/>
          <ac:spMkLst>
            <pc:docMk/>
            <pc:sldMk cId="3957854153" sldId="262"/>
            <ac:spMk id="3" creationId="{67AA077D-DD7F-03E4-4576-A6CC164498D1}"/>
          </ac:spMkLst>
        </pc:spChg>
      </pc:sldChg>
    </pc:docChg>
  </pc:docChgLst>
  <pc:docChgLst>
    <pc:chgData name="Rebecca Burns" userId="a2a5a3c66734bed5" providerId="Windows Live" clId="Web-{E6CB51FA-0B21-46CB-81DF-44F68C40313F}"/>
    <pc:docChg chg="modSld">
      <pc:chgData name="Rebecca Burns" userId="a2a5a3c66734bed5" providerId="Windows Live" clId="Web-{E6CB51FA-0B21-46CB-81DF-44F68C40313F}" dt="2026-07-25T15:21:40.039" v="117" actId="14100"/>
      <pc:docMkLst>
        <pc:docMk/>
      </pc:docMkLst>
      <pc:sldChg chg="addSp delSp modSp mod setBg">
        <pc:chgData name="Rebecca Burns" userId="a2a5a3c66734bed5" providerId="Windows Live" clId="Web-{E6CB51FA-0B21-46CB-81DF-44F68C40313F}" dt="2026-07-25T15:21:40.039" v="117" actId="14100"/>
        <pc:sldMkLst>
          <pc:docMk/>
          <pc:sldMk cId="109857222" sldId="256"/>
        </pc:sldMkLst>
        <pc:spChg chg="mod">
          <ac:chgData name="Rebecca Burns" userId="a2a5a3c66734bed5" providerId="Windows Live" clId="Web-{E6CB51FA-0B21-46CB-81DF-44F68C40313F}" dt="2026-07-25T15:21:05.600" v="113"/>
          <ac:spMkLst>
            <pc:docMk/>
            <pc:sldMk cId="109857222" sldId="256"/>
            <ac:spMk id="2" creationId="{00000000-0000-0000-0000-000000000000}"/>
          </ac:spMkLst>
        </pc:spChg>
        <pc:spChg chg="add mod">
          <ac:chgData name="Rebecca Burns" userId="a2a5a3c66734bed5" providerId="Windows Live" clId="Web-{E6CB51FA-0B21-46CB-81DF-44F68C40313F}" dt="2026-07-25T15:21:05.600" v="113"/>
          <ac:spMkLst>
            <pc:docMk/>
            <pc:sldMk cId="109857222" sldId="256"/>
            <ac:spMk id="5" creationId="{992017C5-9B33-8376-1871-A6633A82AC43}"/>
          </ac:spMkLst>
        </pc:spChg>
        <pc:picChg chg="add mod ord">
          <ac:chgData name="Rebecca Burns" userId="a2a5a3c66734bed5" providerId="Windows Live" clId="Web-{E6CB51FA-0B21-46CB-81DF-44F68C40313F}" dt="2026-07-25T15:21:40.039" v="117" actId="14100"/>
          <ac:picMkLst>
            <pc:docMk/>
            <pc:sldMk cId="109857222" sldId="256"/>
            <ac:picMk id="4" creationId="{E7A8D524-CC86-C894-6167-93E3377037AA}"/>
          </ac:picMkLst>
        </pc:picChg>
        <pc:picChg chg="add mod ord">
          <ac:chgData name="Rebecca Burns" userId="a2a5a3c66734bed5" providerId="Windows Live" clId="Web-{E6CB51FA-0B21-46CB-81DF-44F68C40313F}" dt="2026-07-25T15:21:05.600" v="113"/>
          <ac:picMkLst>
            <pc:docMk/>
            <pc:sldMk cId="109857222" sldId="256"/>
            <ac:picMk id="6" creationId="{C4F1273B-6CE1-F963-F6C0-8DE491C7A7A2}"/>
          </ac:picMkLst>
        </pc:picChg>
        <pc:picChg chg="add mod">
          <ac:chgData name="Rebecca Burns" userId="a2a5a3c66734bed5" providerId="Windows Live" clId="Web-{E6CB51FA-0B21-46CB-81DF-44F68C40313F}" dt="2026-07-25T15:21:24.820" v="115" actId="1076"/>
          <ac:picMkLst>
            <pc:docMk/>
            <pc:sldMk cId="109857222" sldId="256"/>
            <ac:picMk id="7" creationId="{52EFAE7B-2A8D-1A04-D46B-05A9B4638850}"/>
          </ac:picMkLst>
        </pc:picChg>
      </pc:sldChg>
    </pc:docChg>
  </pc:docChgLst>
  <pc:docChgLst>
    <pc:chgData name="Rebecca Burns" userId="a2a5a3c66734bed5" providerId="Windows Live" clId="Web-{6703658C-1B98-4933-809E-856CA7E5B0DA}"/>
    <pc:docChg chg="delSld modSld">
      <pc:chgData name="Rebecca Burns" userId="a2a5a3c66734bed5" providerId="Windows Live" clId="Web-{6703658C-1B98-4933-809E-856CA7E5B0DA}" dt="2026-08-12T19:48:50.294" v="5" actId="20577"/>
      <pc:docMkLst>
        <pc:docMk/>
      </pc:docMkLst>
      <pc:sldChg chg="modSp">
        <pc:chgData name="Rebecca Burns" userId="a2a5a3c66734bed5" providerId="Windows Live" clId="Web-{6703658C-1B98-4933-809E-856CA7E5B0DA}" dt="2026-08-12T19:48:50.294" v="5" actId="20577"/>
        <pc:sldMkLst>
          <pc:docMk/>
          <pc:sldMk cId="3957854153" sldId="262"/>
        </pc:sldMkLst>
        <pc:spChg chg="mod">
          <ac:chgData name="Rebecca Burns" userId="a2a5a3c66734bed5" providerId="Windows Live" clId="Web-{6703658C-1B98-4933-809E-856CA7E5B0DA}" dt="2026-08-12T19:48:50.294" v="5" actId="20577"/>
          <ac:spMkLst>
            <pc:docMk/>
            <pc:sldMk cId="3957854153" sldId="262"/>
            <ac:spMk id="3" creationId="{67AA077D-DD7F-03E4-4576-A6CC164498D1}"/>
          </ac:spMkLst>
        </pc:spChg>
      </pc:sldChg>
    </pc:docChg>
  </pc:docChgLst>
  <pc:docChgLst>
    <pc:chgData name="Rebecca Burns" userId="a2a5a3c66734bed5" providerId="Windows Live" clId="Web-{CACCBE1A-5DC9-4C2E-9ED4-CDE055C863A1}"/>
    <pc:docChg chg="delSld modSld">
      <pc:chgData name="Rebecca Burns" userId="a2a5a3c66734bed5" providerId="Windows Live" clId="Web-{CACCBE1A-5DC9-4C2E-9ED4-CDE055C863A1}" dt="2026-08-08T12:47:42.146" v="203"/>
      <pc:docMkLst>
        <pc:docMk/>
      </pc:docMkLst>
      <pc:sldChg chg="mod setBg">
        <pc:chgData name="Rebecca Burns" userId="a2a5a3c66734bed5" providerId="Windows Live" clId="Web-{CACCBE1A-5DC9-4C2E-9ED4-CDE055C863A1}" dt="2026-08-08T12:47:42.146" v="203"/>
        <pc:sldMkLst>
          <pc:docMk/>
          <pc:sldMk cId="109857222" sldId="256"/>
        </pc:sldMkLst>
      </pc:sldChg>
      <pc:sldChg chg="modSp">
        <pc:chgData name="Rebecca Burns" userId="a2a5a3c66734bed5" providerId="Windows Live" clId="Web-{CACCBE1A-5DC9-4C2E-9ED4-CDE055C863A1}" dt="2026-08-08T12:08:37.410" v="61" actId="1076"/>
        <pc:sldMkLst>
          <pc:docMk/>
          <pc:sldMk cId="1343050362" sldId="260"/>
        </pc:sldMkLst>
        <pc:spChg chg="mod">
          <ac:chgData name="Rebecca Burns" userId="a2a5a3c66734bed5" providerId="Windows Live" clId="Web-{CACCBE1A-5DC9-4C2E-9ED4-CDE055C863A1}" dt="2026-08-08T12:03:08.779" v="24" actId="14100"/>
          <ac:spMkLst>
            <pc:docMk/>
            <pc:sldMk cId="1343050362" sldId="260"/>
            <ac:spMk id="7" creationId="{A06C39D7-D514-37B9-DAB0-75F7C7924516}"/>
          </ac:spMkLst>
        </pc:spChg>
        <pc:spChg chg="mod">
          <ac:chgData name="Rebecca Burns" userId="a2a5a3c66734bed5" providerId="Windows Live" clId="Web-{CACCBE1A-5DC9-4C2E-9ED4-CDE055C863A1}" dt="2026-08-08T12:05:47.969" v="48" actId="14100"/>
          <ac:spMkLst>
            <pc:docMk/>
            <pc:sldMk cId="1343050362" sldId="260"/>
            <ac:spMk id="17" creationId="{3722050F-A25B-92B6-21D3-1F4F5226C890}"/>
          </ac:spMkLst>
        </pc:spChg>
        <pc:picChg chg="mod">
          <ac:chgData name="Rebecca Burns" userId="a2a5a3c66734bed5" providerId="Windows Live" clId="Web-{CACCBE1A-5DC9-4C2E-9ED4-CDE055C863A1}" dt="2026-08-08T12:04:35.874" v="30" actId="1076"/>
          <ac:picMkLst>
            <pc:docMk/>
            <pc:sldMk cId="1343050362" sldId="260"/>
            <ac:picMk id="3" creationId="{9DBDDC7B-4E02-A826-8AE8-9D6D4A82F8F3}"/>
          </ac:picMkLst>
        </pc:picChg>
        <pc:picChg chg="mod">
          <ac:chgData name="Rebecca Burns" userId="a2a5a3c66734bed5" providerId="Windows Live" clId="Web-{CACCBE1A-5DC9-4C2E-9ED4-CDE055C863A1}" dt="2026-08-08T12:08:37.410" v="61" actId="1076"/>
          <ac:picMkLst>
            <pc:docMk/>
            <pc:sldMk cId="1343050362" sldId="260"/>
            <ac:picMk id="4" creationId="{F186C120-8C67-3CE0-7200-64BEAB39AD87}"/>
          </ac:picMkLst>
        </pc:picChg>
        <pc:picChg chg="mod">
          <ac:chgData name="Rebecca Burns" userId="a2a5a3c66734bed5" providerId="Windows Live" clId="Web-{CACCBE1A-5DC9-4C2E-9ED4-CDE055C863A1}" dt="2026-08-08T12:08:31.098" v="60" actId="1076"/>
          <ac:picMkLst>
            <pc:docMk/>
            <pc:sldMk cId="1343050362" sldId="260"/>
            <ac:picMk id="5" creationId="{824E69FD-0BD8-9C3A-DEFC-02B270BEFB53}"/>
          </ac:picMkLst>
        </pc:picChg>
        <pc:picChg chg="mod">
          <ac:chgData name="Rebecca Burns" userId="a2a5a3c66734bed5" providerId="Windows Live" clId="Web-{CACCBE1A-5DC9-4C2E-9ED4-CDE055C863A1}" dt="2026-08-08T12:04:20.140" v="26" actId="1076"/>
          <ac:picMkLst>
            <pc:docMk/>
            <pc:sldMk cId="1343050362" sldId="260"/>
            <ac:picMk id="8" creationId="{7185EEA9-06A5-2339-03A8-2D8F8CFAB96D}"/>
          </ac:picMkLst>
        </pc:picChg>
        <pc:picChg chg="mod">
          <ac:chgData name="Rebecca Burns" userId="a2a5a3c66734bed5" providerId="Windows Live" clId="Web-{CACCBE1A-5DC9-4C2E-9ED4-CDE055C863A1}" dt="2026-08-08T12:04:16.780" v="25" actId="1076"/>
          <ac:picMkLst>
            <pc:docMk/>
            <pc:sldMk cId="1343050362" sldId="260"/>
            <ac:picMk id="9" creationId="{93837633-9F26-5267-D1AD-63C2BAA19DA1}"/>
          </ac:picMkLst>
        </pc:picChg>
        <pc:picChg chg="mod">
          <ac:chgData name="Rebecca Burns" userId="a2a5a3c66734bed5" providerId="Windows Live" clId="Web-{CACCBE1A-5DC9-4C2E-9ED4-CDE055C863A1}" dt="2026-08-08T12:08:02.785" v="55" actId="1076"/>
          <ac:picMkLst>
            <pc:docMk/>
            <pc:sldMk cId="1343050362" sldId="260"/>
            <ac:picMk id="10" creationId="{698A40AE-6315-FB19-5559-0BA78086014C}"/>
          </ac:picMkLst>
        </pc:picChg>
        <pc:picChg chg="mod">
          <ac:chgData name="Rebecca Burns" userId="a2a5a3c66734bed5" providerId="Windows Live" clId="Web-{CACCBE1A-5DC9-4C2E-9ED4-CDE055C863A1}" dt="2026-08-08T12:08:06.535" v="56" actId="1076"/>
          <ac:picMkLst>
            <pc:docMk/>
            <pc:sldMk cId="1343050362" sldId="260"/>
            <ac:picMk id="11" creationId="{8AB04CA6-ABA3-9CD3-3D38-DBF23839B0FE}"/>
          </ac:picMkLst>
        </pc:picChg>
        <pc:picChg chg="mod">
          <ac:chgData name="Rebecca Burns" userId="a2a5a3c66734bed5" providerId="Windows Live" clId="Web-{CACCBE1A-5DC9-4C2E-9ED4-CDE055C863A1}" dt="2026-08-08T12:08:13.629" v="57" actId="1076"/>
          <ac:picMkLst>
            <pc:docMk/>
            <pc:sldMk cId="1343050362" sldId="260"/>
            <ac:picMk id="12" creationId="{6A38E336-D165-9FCC-C1D8-3EB6DE8A7246}"/>
          </ac:picMkLst>
        </pc:picChg>
        <pc:picChg chg="mod">
          <ac:chgData name="Rebecca Burns" userId="a2a5a3c66734bed5" providerId="Windows Live" clId="Web-{CACCBE1A-5DC9-4C2E-9ED4-CDE055C863A1}" dt="2026-08-08T12:04:25.405" v="27" actId="1076"/>
          <ac:picMkLst>
            <pc:docMk/>
            <pc:sldMk cId="1343050362" sldId="260"/>
            <ac:picMk id="16" creationId="{622A3D5F-C116-7453-7879-3AD7BCAA8E63}"/>
          </ac:picMkLst>
        </pc:picChg>
      </pc:sldChg>
      <pc:sldChg chg="modSp">
        <pc:chgData name="Rebecca Burns" userId="a2a5a3c66734bed5" providerId="Windows Live" clId="Web-{CACCBE1A-5DC9-4C2E-9ED4-CDE055C863A1}" dt="2026-08-08T12:32:11.751" v="108"/>
        <pc:sldMkLst>
          <pc:docMk/>
          <pc:sldMk cId="2968649684" sldId="261"/>
        </pc:sldMkLst>
        <pc:spChg chg="mod">
          <ac:chgData name="Rebecca Burns" userId="a2a5a3c66734bed5" providerId="Windows Live" clId="Web-{CACCBE1A-5DC9-4C2E-9ED4-CDE055C863A1}" dt="2026-08-08T12:24:14.788" v="90" actId="1076"/>
          <ac:spMkLst>
            <pc:docMk/>
            <pc:sldMk cId="2968649684" sldId="261"/>
            <ac:spMk id="3" creationId="{8C493940-664A-3621-7EBC-5EA6CD480109}"/>
          </ac:spMkLst>
        </pc:spChg>
        <pc:spChg chg="mod">
          <ac:chgData name="Rebecca Burns" userId="a2a5a3c66734bed5" providerId="Windows Live" clId="Web-{CACCBE1A-5DC9-4C2E-9ED4-CDE055C863A1}" dt="2026-08-08T12:32:09.360" v="107"/>
          <ac:spMkLst>
            <pc:docMk/>
            <pc:sldMk cId="2968649684" sldId="261"/>
            <ac:spMk id="6" creationId="{8450E460-556B-203D-46D4-02CCC120F635}"/>
          </ac:spMkLst>
        </pc:spChg>
        <pc:spChg chg="mod">
          <ac:chgData name="Rebecca Burns" userId="a2a5a3c66734bed5" providerId="Windows Live" clId="Web-{CACCBE1A-5DC9-4C2E-9ED4-CDE055C863A1}" dt="2026-08-08T12:32:11.751" v="108"/>
          <ac:spMkLst>
            <pc:docMk/>
            <pc:sldMk cId="2968649684" sldId="261"/>
            <ac:spMk id="7" creationId="{553C0E7C-1AAA-47EB-9B6C-52E7F95E2F24}"/>
          </ac:spMkLst>
        </pc:spChg>
        <pc:spChg chg="mod">
          <ac:chgData name="Rebecca Burns" userId="a2a5a3c66734bed5" providerId="Windows Live" clId="Web-{CACCBE1A-5DC9-4C2E-9ED4-CDE055C863A1}" dt="2026-08-08T12:31:49.953" v="106"/>
          <ac:spMkLst>
            <pc:docMk/>
            <pc:sldMk cId="2968649684" sldId="261"/>
            <ac:spMk id="10" creationId="{A1C9D6F7-B401-56B2-3971-B96850F22A2E}"/>
          </ac:spMkLst>
        </pc:spChg>
        <pc:spChg chg="mod">
          <ac:chgData name="Rebecca Burns" userId="a2a5a3c66734bed5" providerId="Windows Live" clId="Web-{CACCBE1A-5DC9-4C2E-9ED4-CDE055C863A1}" dt="2026-08-08T12:21:33.895" v="70" actId="20577"/>
          <ac:spMkLst>
            <pc:docMk/>
            <pc:sldMk cId="2968649684" sldId="261"/>
            <ac:spMk id="16" creationId="{AE2DE272-45D9-622F-BEDC-2D2DC0A5EB54}"/>
          </ac:spMkLst>
        </pc:spChg>
        <pc:picChg chg="mod">
          <ac:chgData name="Rebecca Burns" userId="a2a5a3c66734bed5" providerId="Windows Live" clId="Web-{CACCBE1A-5DC9-4C2E-9ED4-CDE055C863A1}" dt="2026-08-08T12:22:36.927" v="77" actId="1076"/>
          <ac:picMkLst>
            <pc:docMk/>
            <pc:sldMk cId="2968649684" sldId="261"/>
            <ac:picMk id="4" creationId="{047AE670-528B-6D87-31DE-16F754BF6598}"/>
          </ac:picMkLst>
        </pc:picChg>
        <pc:picChg chg="mod">
          <ac:chgData name="Rebecca Burns" userId="a2a5a3c66734bed5" providerId="Windows Live" clId="Web-{CACCBE1A-5DC9-4C2E-9ED4-CDE055C863A1}" dt="2026-08-08T12:23:09.740" v="82" actId="14100"/>
          <ac:picMkLst>
            <pc:docMk/>
            <pc:sldMk cId="2968649684" sldId="261"/>
            <ac:picMk id="5" creationId="{9CD80CDA-672B-3833-BE7D-42DC6909CDF5}"/>
          </ac:picMkLst>
        </pc:picChg>
        <pc:picChg chg="mod">
          <ac:chgData name="Rebecca Burns" userId="a2a5a3c66734bed5" providerId="Windows Live" clId="Web-{CACCBE1A-5DC9-4C2E-9ED4-CDE055C863A1}" dt="2026-08-08T12:22:57.459" v="80" actId="1076"/>
          <ac:picMkLst>
            <pc:docMk/>
            <pc:sldMk cId="2968649684" sldId="261"/>
            <ac:picMk id="8" creationId="{21C47058-39E0-2C8C-2759-9CB6B45A3C40}"/>
          </ac:picMkLst>
        </pc:picChg>
        <pc:picChg chg="mod">
          <ac:chgData name="Rebecca Burns" userId="a2a5a3c66734bed5" providerId="Windows Live" clId="Web-{CACCBE1A-5DC9-4C2E-9ED4-CDE055C863A1}" dt="2026-08-08T12:23:02.224" v="81" actId="1076"/>
          <ac:picMkLst>
            <pc:docMk/>
            <pc:sldMk cId="2968649684" sldId="261"/>
            <ac:picMk id="9" creationId="{782F9A50-CB29-2FC0-6A17-C25C8CE2E741}"/>
          </ac:picMkLst>
        </pc:picChg>
      </pc:sldChg>
      <pc:sldChg chg="addSp delSp modSp">
        <pc:chgData name="Rebecca Burns" userId="a2a5a3c66734bed5" providerId="Windows Live" clId="Web-{CACCBE1A-5DC9-4C2E-9ED4-CDE055C863A1}" dt="2026-08-08T12:43:11.875" v="194" actId="20577"/>
        <pc:sldMkLst>
          <pc:docMk/>
          <pc:sldMk cId="2242345266" sldId="263"/>
        </pc:sldMkLst>
        <pc:spChg chg="mod">
          <ac:chgData name="Rebecca Burns" userId="a2a5a3c66734bed5" providerId="Windows Live" clId="Web-{CACCBE1A-5DC9-4C2E-9ED4-CDE055C863A1}" dt="2026-08-08T12:43:11.875" v="194" actId="20577"/>
          <ac:spMkLst>
            <pc:docMk/>
            <pc:sldMk cId="2242345266" sldId="263"/>
            <ac:spMk id="3" creationId="{97FB1A55-E754-324E-C5A4-873A686808CB}"/>
          </ac:spMkLst>
        </pc:spChg>
        <pc:spChg chg="add mod">
          <ac:chgData name="Rebecca Burns" userId="a2a5a3c66734bed5" providerId="Windows Live" clId="Web-{CACCBE1A-5DC9-4C2E-9ED4-CDE055C863A1}" dt="2026-08-08T12:42:59.969" v="191" actId="20577"/>
          <ac:spMkLst>
            <pc:docMk/>
            <pc:sldMk cId="2242345266" sldId="263"/>
            <ac:spMk id="5" creationId="{C2BF9693-B077-2383-E1A3-59B8DD281E4D}"/>
          </ac:spMkLst>
        </pc:spChg>
        <pc:picChg chg="mod">
          <ac:chgData name="Rebecca Burns" userId="a2a5a3c66734bed5" providerId="Windows Live" clId="Web-{CACCBE1A-5DC9-4C2E-9ED4-CDE055C863A1}" dt="2026-08-08T12:38:38.354" v="144" actId="1076"/>
          <ac:picMkLst>
            <pc:docMk/>
            <pc:sldMk cId="2242345266" sldId="263"/>
            <ac:picMk id="4" creationId="{182F9779-4EC0-DA61-8BE3-41F92EFA586E}"/>
          </ac:picMkLst>
        </pc:picChg>
        <pc:picChg chg="mod">
          <ac:chgData name="Rebecca Burns" userId="a2a5a3c66734bed5" providerId="Windows Live" clId="Web-{CACCBE1A-5DC9-4C2E-9ED4-CDE055C863A1}" dt="2026-08-08T12:38:43.917" v="146" actId="1076"/>
          <ac:picMkLst>
            <pc:docMk/>
            <pc:sldMk cId="2242345266" sldId="263"/>
            <ac:picMk id="12" creationId="{093C31BD-9653-02D7-5DA0-50E2BE4A50D6}"/>
          </ac:picMkLst>
        </pc:picChg>
        <pc:picChg chg="mod">
          <ac:chgData name="Rebecca Burns" userId="a2a5a3c66734bed5" providerId="Windows Live" clId="Web-{CACCBE1A-5DC9-4C2E-9ED4-CDE055C863A1}" dt="2026-08-08T12:38:42.276" v="145" actId="1076"/>
          <ac:picMkLst>
            <pc:docMk/>
            <pc:sldMk cId="2242345266" sldId="263"/>
            <ac:picMk id="17" creationId="{D66EA972-BAD0-F18E-4259-E410632B963A}"/>
          </ac:picMkLst>
        </pc:picChg>
      </pc:sldChg>
      <pc:sldChg chg="addSp modSp">
        <pc:chgData name="Rebecca Burns" userId="a2a5a3c66734bed5" providerId="Windows Live" clId="Web-{CACCBE1A-5DC9-4C2E-9ED4-CDE055C863A1}" dt="2026-08-08T12:02:11.590" v="18" actId="20577"/>
        <pc:sldMkLst>
          <pc:docMk/>
          <pc:sldMk cId="1771295672" sldId="264"/>
        </pc:sldMkLst>
        <pc:spChg chg="mod">
          <ac:chgData name="Rebecca Burns" userId="a2a5a3c66734bed5" providerId="Windows Live" clId="Web-{CACCBE1A-5DC9-4C2E-9ED4-CDE055C863A1}" dt="2026-08-08T12:02:11.590" v="18" actId="20577"/>
          <ac:spMkLst>
            <pc:docMk/>
            <pc:sldMk cId="1771295672" sldId="264"/>
            <ac:spMk id="7" creationId="{C5228183-0968-6706-D775-A93FEB208E86}"/>
          </ac:spMkLst>
        </pc:spChg>
        <pc:picChg chg="add mod">
          <ac:chgData name="Rebecca Burns" userId="a2a5a3c66734bed5" providerId="Windows Live" clId="Web-{CACCBE1A-5DC9-4C2E-9ED4-CDE055C863A1}" dt="2026-08-08T12:00:43.917" v="14" actId="1076"/>
          <ac:picMkLst>
            <pc:docMk/>
            <pc:sldMk cId="1771295672" sldId="264"/>
            <ac:picMk id="2" creationId="{3DE510D5-3CDC-E753-3C7E-18F8C48B294E}"/>
          </ac:picMkLst>
        </pc:picChg>
        <pc:picChg chg="mod">
          <ac:chgData name="Rebecca Burns" userId="a2a5a3c66734bed5" providerId="Windows Live" clId="Web-{CACCBE1A-5DC9-4C2E-9ED4-CDE055C863A1}" dt="2026-08-08T12:00:50.605" v="16" actId="1076"/>
          <ac:picMkLst>
            <pc:docMk/>
            <pc:sldMk cId="1771295672" sldId="264"/>
            <ac:picMk id="24" creationId="{BC46B49B-11BC-8A5A-811E-5F34010C944B}"/>
          </ac:picMkLst>
        </pc:picChg>
        <pc:picChg chg="mod">
          <ac:chgData name="Rebecca Burns" userId="a2a5a3c66734bed5" providerId="Windows Live" clId="Web-{CACCBE1A-5DC9-4C2E-9ED4-CDE055C863A1}" dt="2026-08-08T12:00:47.089" v="15" actId="1076"/>
          <ac:picMkLst>
            <pc:docMk/>
            <pc:sldMk cId="1771295672" sldId="264"/>
            <ac:picMk id="25" creationId="{957119B9-56FC-51DE-850F-C4E335EB88CA}"/>
          </ac:picMkLst>
        </pc:picChg>
      </pc:sldChg>
    </pc:docChg>
  </pc:docChgLst>
  <pc:docChgLst>
    <pc:chgData name="Rebecca Burns" userId="a2a5a3c66734bed5" providerId="Windows Live" clId="Web-{32D26EB5-B77E-9772-9485-1FEC43452DF8}"/>
    <pc:docChg chg="modSld">
      <pc:chgData name="Rebecca Burns" userId="a2a5a3c66734bed5" providerId="Windows Live" clId="Web-{32D26EB5-B77E-9772-9485-1FEC43452DF8}" dt="2026-07-26T17:34:25.103" v="196" actId="1076"/>
      <pc:docMkLst>
        <pc:docMk/>
      </pc:docMkLst>
      <pc:sldChg chg="addSp delSp modSp">
        <pc:chgData name="Rebecca Burns" userId="a2a5a3c66734bed5" providerId="Windows Live" clId="Web-{32D26EB5-B77E-9772-9485-1FEC43452DF8}" dt="2026-07-26T17:34:25.103" v="196" actId="1076"/>
        <pc:sldMkLst>
          <pc:docMk/>
          <pc:sldMk cId="1343050362" sldId="260"/>
        </pc:sldMkLst>
        <pc:spChg chg="add">
          <ac:chgData name="Rebecca Burns" userId="a2a5a3c66734bed5" providerId="Windows Live" clId="Web-{32D26EB5-B77E-9772-9485-1FEC43452DF8}" dt="2026-07-26T12:32:55.796" v="157"/>
          <ac:spMkLst>
            <pc:docMk/>
            <pc:sldMk cId="1343050362" sldId="260"/>
            <ac:spMk id="6" creationId="{59347EA6-A23F-CD9D-964A-A519AD570B47}"/>
          </ac:spMkLst>
        </pc:spChg>
        <pc:spChg chg="add mod">
          <ac:chgData name="Rebecca Burns" userId="a2a5a3c66734bed5" providerId="Windows Live" clId="Web-{32D26EB5-B77E-9772-9485-1FEC43452DF8}" dt="2026-07-26T17:28:11.296" v="182" actId="14100"/>
          <ac:spMkLst>
            <pc:docMk/>
            <pc:sldMk cId="1343050362" sldId="260"/>
            <ac:spMk id="7" creationId="{A06C39D7-D514-37B9-DAB0-75F7C7924516}"/>
          </ac:spMkLst>
        </pc:spChg>
        <pc:picChg chg="add mod">
          <ac:chgData name="Rebecca Burns" userId="a2a5a3c66734bed5" providerId="Windows Live" clId="Web-{32D26EB5-B77E-9772-9485-1FEC43452DF8}" dt="2026-07-26T17:28:00.092" v="179" actId="1076"/>
          <ac:picMkLst>
            <pc:docMk/>
            <pc:sldMk cId="1343050362" sldId="260"/>
            <ac:picMk id="3" creationId="{9DBDDC7B-4E02-A826-8AE8-9D6D4A82F8F3}"/>
          </ac:picMkLst>
        </pc:picChg>
        <pc:picChg chg="add mod">
          <ac:chgData name="Rebecca Burns" userId="a2a5a3c66734bed5" providerId="Windows Live" clId="Web-{32D26EB5-B77E-9772-9485-1FEC43452DF8}" dt="2026-07-26T17:30:12.596" v="187"/>
          <ac:picMkLst>
            <pc:docMk/>
            <pc:sldMk cId="1343050362" sldId="260"/>
            <ac:picMk id="4" creationId="{F186C120-8C67-3CE0-7200-64BEAB39AD87}"/>
          </ac:picMkLst>
        </pc:picChg>
        <pc:picChg chg="add mod">
          <ac:chgData name="Rebecca Burns" userId="a2a5a3c66734bed5" providerId="Windows Live" clId="Web-{32D26EB5-B77E-9772-9485-1FEC43452DF8}" dt="2026-07-26T17:34:13.118" v="195" actId="14100"/>
          <ac:picMkLst>
            <pc:docMk/>
            <pc:sldMk cId="1343050362" sldId="260"/>
            <ac:picMk id="5" creationId="{824E69FD-0BD8-9C3A-DEFC-02B270BEFB53}"/>
          </ac:picMkLst>
        </pc:picChg>
        <pc:picChg chg="add mod">
          <ac:chgData name="Rebecca Burns" userId="a2a5a3c66734bed5" providerId="Windows Live" clId="Web-{32D26EB5-B77E-9772-9485-1FEC43452DF8}" dt="2026-07-26T17:34:25.103" v="196" actId="1076"/>
          <ac:picMkLst>
            <pc:docMk/>
            <pc:sldMk cId="1343050362" sldId="260"/>
            <ac:picMk id="10" creationId="{698A40AE-6315-FB19-5559-0BA78086014C}"/>
          </ac:picMkLst>
        </pc:picChg>
        <pc:picChg chg="add mod">
          <ac:chgData name="Rebecca Burns" userId="a2a5a3c66734bed5" providerId="Windows Live" clId="Web-{32D26EB5-B77E-9772-9485-1FEC43452DF8}" dt="2026-07-26T17:34:05.040" v="192" actId="1076"/>
          <ac:picMkLst>
            <pc:docMk/>
            <pc:sldMk cId="1343050362" sldId="260"/>
            <ac:picMk id="11" creationId="{8AB04CA6-ABA3-9CD3-3D38-DBF23839B0FE}"/>
          </ac:picMkLst>
        </pc:picChg>
        <pc:picChg chg="add mod">
          <ac:chgData name="Rebecca Burns" userId="a2a5a3c66734bed5" providerId="Windows Live" clId="Web-{32D26EB5-B77E-9772-9485-1FEC43452DF8}" dt="2026-07-26T17:34:08.758" v="193" actId="1076"/>
          <ac:picMkLst>
            <pc:docMk/>
            <pc:sldMk cId="1343050362" sldId="260"/>
            <ac:picMk id="12" creationId="{6A38E336-D165-9FCC-C1D8-3EB6DE8A7246}"/>
          </ac:picMkLst>
        </pc:picChg>
        <pc:picChg chg="add mod">
          <ac:chgData name="Rebecca Burns" userId="a2a5a3c66734bed5" providerId="Windows Live" clId="Web-{32D26EB5-B77E-9772-9485-1FEC43452DF8}" dt="2026-07-26T17:32:46.365" v="191" actId="1076"/>
          <ac:picMkLst>
            <pc:docMk/>
            <pc:sldMk cId="1343050362" sldId="260"/>
            <ac:picMk id="16" creationId="{622A3D5F-C116-7453-7879-3AD7BCAA8E63}"/>
          </ac:picMkLst>
        </pc:picChg>
      </pc:sldChg>
    </pc:docChg>
  </pc:docChgLst>
  <pc:docChgLst>
    <pc:chgData name="Rebecca Burns" userId="a2a5a3c66734bed5" providerId="Windows Live" clId="Web-{1244AAD8-C287-4771-9327-BCA9EDB38A4D}"/>
    <pc:docChg chg="modSld">
      <pc:chgData name="Rebecca Burns" userId="a2a5a3c66734bed5" providerId="Windows Live" clId="Web-{1244AAD8-C287-4771-9327-BCA9EDB38A4D}" dt="2026-08-01T13:49:43.092" v="82" actId="14100"/>
      <pc:docMkLst>
        <pc:docMk/>
      </pc:docMkLst>
      <pc:sldChg chg="addSp delSp modSp">
        <pc:chgData name="Rebecca Burns" userId="a2a5a3c66734bed5" providerId="Windows Live" clId="Web-{1244AAD8-C287-4771-9327-BCA9EDB38A4D}" dt="2026-08-01T13:49:43.092" v="82" actId="14100"/>
        <pc:sldMkLst>
          <pc:docMk/>
          <pc:sldMk cId="109857222" sldId="256"/>
        </pc:sldMkLst>
        <pc:spChg chg="mod">
          <ac:chgData name="Rebecca Burns" userId="a2a5a3c66734bed5" providerId="Windows Live" clId="Web-{1244AAD8-C287-4771-9327-BCA9EDB38A4D}" dt="2026-08-01T13:48:45.744" v="70" actId="14100"/>
          <ac:spMkLst>
            <pc:docMk/>
            <pc:sldMk cId="109857222" sldId="256"/>
            <ac:spMk id="5" creationId="{992017C5-9B33-8376-1871-A6633A82AC43}"/>
          </ac:spMkLst>
        </pc:spChg>
        <pc:spChg chg="add mod">
          <ac:chgData name="Rebecca Burns" userId="a2a5a3c66734bed5" providerId="Windows Live" clId="Web-{1244AAD8-C287-4771-9327-BCA9EDB38A4D}" dt="2026-08-01T13:47:20.722" v="58" actId="1076"/>
          <ac:spMkLst>
            <pc:docMk/>
            <pc:sldMk cId="109857222" sldId="256"/>
            <ac:spMk id="11" creationId="{880EB42F-D787-07AF-E031-717C97FCDD8D}"/>
          </ac:spMkLst>
        </pc:spChg>
        <pc:spChg chg="add mod">
          <ac:chgData name="Rebecca Burns" userId="a2a5a3c66734bed5" providerId="Windows Live" clId="Web-{1244AAD8-C287-4771-9327-BCA9EDB38A4D}" dt="2026-08-01T13:49:43.092" v="82" actId="14100"/>
          <ac:spMkLst>
            <pc:docMk/>
            <pc:sldMk cId="109857222" sldId="256"/>
            <ac:spMk id="12" creationId="{A4A50C7A-948B-E968-CE7E-0729250CD3A9}"/>
          </ac:spMkLst>
        </pc:spChg>
        <pc:picChg chg="mod">
          <ac:chgData name="Rebecca Burns" userId="a2a5a3c66734bed5" providerId="Windows Live" clId="Web-{1244AAD8-C287-4771-9327-BCA9EDB38A4D}" dt="2026-08-01T13:48:25.305" v="66" actId="14100"/>
          <ac:picMkLst>
            <pc:docMk/>
            <pc:sldMk cId="109857222" sldId="256"/>
            <ac:picMk id="4" creationId="{E7A8D524-CC86-C894-6167-93E3377037AA}"/>
          </ac:picMkLst>
        </pc:picChg>
        <pc:picChg chg="mod">
          <ac:chgData name="Rebecca Burns" userId="a2a5a3c66734bed5" providerId="Windows Live" clId="Web-{1244AAD8-C287-4771-9327-BCA9EDB38A4D}" dt="2026-08-01T13:47:37.239" v="60" actId="1076"/>
          <ac:picMkLst>
            <pc:docMk/>
            <pc:sldMk cId="109857222" sldId="256"/>
            <ac:picMk id="6" creationId="{C4F1273B-6CE1-F963-F6C0-8DE491C7A7A2}"/>
          </ac:picMkLst>
        </pc:picChg>
        <pc:picChg chg="mod">
          <ac:chgData name="Rebecca Burns" userId="a2a5a3c66734bed5" providerId="Windows Live" clId="Web-{1244AAD8-C287-4771-9327-BCA9EDB38A4D}" dt="2026-08-01T13:48:29.727" v="67" actId="1076"/>
          <ac:picMkLst>
            <pc:docMk/>
            <pc:sldMk cId="109857222" sldId="256"/>
            <ac:picMk id="7" creationId="{52EFAE7B-2A8D-1A04-D46B-05A9B4638850}"/>
          </ac:picMkLst>
        </pc:picChg>
        <pc:picChg chg="mod">
          <ac:chgData name="Rebecca Burns" userId="a2a5a3c66734bed5" providerId="Windows Live" clId="Web-{1244AAD8-C287-4771-9327-BCA9EDB38A4D}" dt="2026-08-01T13:47:09.565" v="57" actId="1076"/>
          <ac:picMkLst>
            <pc:docMk/>
            <pc:sldMk cId="109857222" sldId="256"/>
            <ac:picMk id="8" creationId="{2465CF2F-1331-1818-B69C-3167D0A0DE05}"/>
          </ac:picMkLst>
        </pc:picChg>
        <pc:picChg chg="mod">
          <ac:chgData name="Rebecca Burns" userId="a2a5a3c66734bed5" providerId="Windows Live" clId="Web-{1244AAD8-C287-4771-9327-BCA9EDB38A4D}" dt="2026-08-01T13:47:31.113" v="59" actId="1076"/>
          <ac:picMkLst>
            <pc:docMk/>
            <pc:sldMk cId="109857222" sldId="256"/>
            <ac:picMk id="9" creationId="{FD0166B3-7E5C-653B-EE7D-552CFB5F5342}"/>
          </ac:picMkLst>
        </pc:picChg>
      </pc:sldChg>
      <pc:sldChg chg="modSp">
        <pc:chgData name="Rebecca Burns" userId="a2a5a3c66734bed5" providerId="Windows Live" clId="Web-{1244AAD8-C287-4771-9327-BCA9EDB38A4D}" dt="2026-08-01T13:36:06.235" v="22" actId="20577"/>
        <pc:sldMkLst>
          <pc:docMk/>
          <pc:sldMk cId="3957854153" sldId="262"/>
        </pc:sldMkLst>
        <pc:spChg chg="mod">
          <ac:chgData name="Rebecca Burns" userId="a2a5a3c66734bed5" providerId="Windows Live" clId="Web-{1244AAD8-C287-4771-9327-BCA9EDB38A4D}" dt="2026-08-01T13:36:06.235" v="22" actId="20577"/>
          <ac:spMkLst>
            <pc:docMk/>
            <pc:sldMk cId="3957854153" sldId="262"/>
            <ac:spMk id="3" creationId="{67AA077D-DD7F-03E4-4576-A6CC164498D1}"/>
          </ac:spMkLst>
        </pc:spChg>
      </pc:sldChg>
    </pc:docChg>
  </pc:docChgLst>
  <pc:docChgLst>
    <pc:chgData name="Rebecca Burns" userId="a2a5a3c66734bed5" providerId="Windows Live" clId="Web-{FE4FDF72-35C9-4269-A026-0F107CB7B665}"/>
    <pc:docChg chg="addSld modSld sldOrd">
      <pc:chgData name="Rebecca Burns" userId="a2a5a3c66734bed5" providerId="Windows Live" clId="Web-{FE4FDF72-35C9-4269-A026-0F107CB7B665}" dt="2026-07-31T13:37:29.730" v="527" actId="1076"/>
      <pc:docMkLst>
        <pc:docMk/>
      </pc:docMkLst>
      <pc:sldChg chg="modSp ord">
        <pc:chgData name="Rebecca Burns" userId="a2a5a3c66734bed5" providerId="Windows Live" clId="Web-{FE4FDF72-35C9-4269-A026-0F107CB7B665}" dt="2026-07-31T10:51:42.129" v="184" actId="14100"/>
        <pc:sldMkLst>
          <pc:docMk/>
          <pc:sldMk cId="109857222" sldId="256"/>
        </pc:sldMkLst>
        <pc:spChg chg="mod">
          <ac:chgData name="Rebecca Burns" userId="a2a5a3c66734bed5" providerId="Windows Live" clId="Web-{FE4FDF72-35C9-4269-A026-0F107CB7B665}" dt="2026-07-31T10:51:42.129" v="184" actId="14100"/>
          <ac:spMkLst>
            <pc:docMk/>
            <pc:sldMk cId="109857222" sldId="256"/>
            <ac:spMk id="5" creationId="{992017C5-9B33-8376-1871-A6633A82AC43}"/>
          </ac:spMkLst>
        </pc:spChg>
      </pc:sldChg>
      <pc:sldChg chg="modSp">
        <pc:chgData name="Rebecca Burns" userId="a2a5a3c66734bed5" providerId="Windows Live" clId="Web-{FE4FDF72-35C9-4269-A026-0F107CB7B665}" dt="2026-07-31T10:50:45.909" v="142" actId="20577"/>
        <pc:sldMkLst>
          <pc:docMk/>
          <pc:sldMk cId="1994052127" sldId="258"/>
        </pc:sldMkLst>
        <pc:spChg chg="mod">
          <ac:chgData name="Rebecca Burns" userId="a2a5a3c66734bed5" providerId="Windows Live" clId="Web-{FE4FDF72-35C9-4269-A026-0F107CB7B665}" dt="2026-07-31T10:50:45.909" v="142" actId="20577"/>
          <ac:spMkLst>
            <pc:docMk/>
            <pc:sldMk cId="1994052127" sldId="258"/>
            <ac:spMk id="16" creationId="{C314AA6F-ED24-76FF-0B8E-D78F93A4F451}"/>
          </ac:spMkLst>
        </pc:spChg>
      </pc:sldChg>
      <pc:sldChg chg="addSp modSp">
        <pc:chgData name="Rebecca Burns" userId="a2a5a3c66734bed5" providerId="Windows Live" clId="Web-{FE4FDF72-35C9-4269-A026-0F107CB7B665}" dt="2026-07-31T11:22:44.356" v="185" actId="20577"/>
        <pc:sldMkLst>
          <pc:docMk/>
          <pc:sldMk cId="1343050362" sldId="260"/>
        </pc:sldMkLst>
        <pc:spChg chg="add mod">
          <ac:chgData name="Rebecca Burns" userId="a2a5a3c66734bed5" providerId="Windows Live" clId="Web-{FE4FDF72-35C9-4269-A026-0F107CB7B665}" dt="2026-07-31T11:22:44.356" v="185" actId="20577"/>
          <ac:spMkLst>
            <pc:docMk/>
            <pc:sldMk cId="1343050362" sldId="260"/>
            <ac:spMk id="17" creationId="{3722050F-A25B-92B6-21D3-1F4F5226C890}"/>
          </ac:spMkLst>
        </pc:spChg>
      </pc:sldChg>
      <pc:sldChg chg="addSp modSp">
        <pc:chgData name="Rebecca Burns" userId="a2a5a3c66734bed5" providerId="Windows Live" clId="Web-{FE4FDF72-35C9-4269-A026-0F107CB7B665}" dt="2026-07-31T11:54:25" v="378"/>
        <pc:sldMkLst>
          <pc:docMk/>
          <pc:sldMk cId="2968649684" sldId="261"/>
        </pc:sldMkLst>
        <pc:spChg chg="add mod">
          <ac:chgData name="Rebecca Burns" userId="a2a5a3c66734bed5" providerId="Windows Live" clId="Web-{FE4FDF72-35C9-4269-A026-0F107CB7B665}" dt="2026-07-31T11:48:30.144" v="328" actId="20577"/>
          <ac:spMkLst>
            <pc:docMk/>
            <pc:sldMk cId="2968649684" sldId="261"/>
            <ac:spMk id="3" creationId="{8C493940-664A-3621-7EBC-5EA6CD480109}"/>
          </ac:spMkLst>
        </pc:spChg>
        <pc:spChg chg="add mod">
          <ac:chgData name="Rebecca Burns" userId="a2a5a3c66734bed5" providerId="Windows Live" clId="Web-{FE4FDF72-35C9-4269-A026-0F107CB7B665}" dt="2026-07-31T11:52:35.340" v="377" actId="1076"/>
          <ac:spMkLst>
            <pc:docMk/>
            <pc:sldMk cId="2968649684" sldId="261"/>
            <ac:spMk id="6" creationId="{8450E460-556B-203D-46D4-02CCC120F635}"/>
          </ac:spMkLst>
        </pc:spChg>
        <pc:spChg chg="add mod">
          <ac:chgData name="Rebecca Burns" userId="a2a5a3c66734bed5" providerId="Windows Live" clId="Web-{FE4FDF72-35C9-4269-A026-0F107CB7B665}" dt="2026-07-31T11:52:33.011" v="376" actId="1076"/>
          <ac:spMkLst>
            <pc:docMk/>
            <pc:sldMk cId="2968649684" sldId="261"/>
            <ac:spMk id="7" creationId="{553C0E7C-1AAA-47EB-9B6C-52E7F95E2F24}"/>
          </ac:spMkLst>
        </pc:spChg>
        <pc:spChg chg="add mod">
          <ac:chgData name="Rebecca Burns" userId="a2a5a3c66734bed5" providerId="Windows Live" clId="Web-{FE4FDF72-35C9-4269-A026-0F107CB7B665}" dt="2026-07-31T11:52:28.183" v="375" actId="1076"/>
          <ac:spMkLst>
            <pc:docMk/>
            <pc:sldMk cId="2968649684" sldId="261"/>
            <ac:spMk id="10" creationId="{A1C9D6F7-B401-56B2-3971-B96850F22A2E}"/>
          </ac:spMkLst>
        </pc:spChg>
        <pc:spChg chg="add">
          <ac:chgData name="Rebecca Burns" userId="a2a5a3c66734bed5" providerId="Windows Live" clId="Web-{FE4FDF72-35C9-4269-A026-0F107CB7B665}" dt="2026-07-31T11:54:25" v="378"/>
          <ac:spMkLst>
            <pc:docMk/>
            <pc:sldMk cId="2968649684" sldId="261"/>
            <ac:spMk id="11" creationId="{4A14E9D9-489D-3E34-40E4-BCB1A974C1C4}"/>
          </ac:spMkLst>
        </pc:spChg>
        <pc:spChg chg="mod">
          <ac:chgData name="Rebecca Burns" userId="a2a5a3c66734bed5" providerId="Windows Live" clId="Web-{FE4FDF72-35C9-4269-A026-0F107CB7B665}" dt="2026-07-31T11:48:10.409" v="326" actId="20577"/>
          <ac:spMkLst>
            <pc:docMk/>
            <pc:sldMk cId="2968649684" sldId="261"/>
            <ac:spMk id="16" creationId="{AE2DE272-45D9-622F-BEDC-2D2DC0A5EB54}"/>
          </ac:spMkLst>
        </pc:spChg>
        <pc:picChg chg="add mod">
          <ac:chgData name="Rebecca Burns" userId="a2a5a3c66734bed5" providerId="Windows Live" clId="Web-{FE4FDF72-35C9-4269-A026-0F107CB7B665}" dt="2026-07-31T11:46:00.029" v="325" actId="1076"/>
          <ac:picMkLst>
            <pc:docMk/>
            <pc:sldMk cId="2968649684" sldId="261"/>
            <ac:picMk id="4" creationId="{047AE670-528B-6D87-31DE-16F754BF6598}"/>
          </ac:picMkLst>
        </pc:picChg>
        <pc:picChg chg="add mod">
          <ac:chgData name="Rebecca Burns" userId="a2a5a3c66734bed5" providerId="Windows Live" clId="Web-{FE4FDF72-35C9-4269-A026-0F107CB7B665}" dt="2026-07-31T11:41:40.755" v="292" actId="1076"/>
          <ac:picMkLst>
            <pc:docMk/>
            <pc:sldMk cId="2968649684" sldId="261"/>
            <ac:picMk id="5" creationId="{9CD80CDA-672B-3833-BE7D-42DC6909CDF5}"/>
          </ac:picMkLst>
        </pc:picChg>
      </pc:sldChg>
      <pc:sldChg chg="addSp delSp modSp add replId">
        <pc:chgData name="Rebecca Burns" userId="a2a5a3c66734bed5" providerId="Windows Live" clId="Web-{FE4FDF72-35C9-4269-A026-0F107CB7B665}" dt="2026-07-31T10:41:32.114" v="50" actId="20577"/>
        <pc:sldMkLst>
          <pc:docMk/>
          <pc:sldMk cId="3957854153" sldId="262"/>
        </pc:sldMkLst>
        <pc:spChg chg="mod">
          <ac:chgData name="Rebecca Burns" userId="a2a5a3c66734bed5" providerId="Windows Live" clId="Web-{FE4FDF72-35C9-4269-A026-0F107CB7B665}" dt="2026-07-31T10:27:12.970" v="17" actId="20577"/>
          <ac:spMkLst>
            <pc:docMk/>
            <pc:sldMk cId="3957854153" sldId="262"/>
            <ac:spMk id="2" creationId="{9BC4E035-63F4-4178-7F27-8C4A8FA22F6F}"/>
          </ac:spMkLst>
        </pc:spChg>
        <pc:spChg chg="add mod">
          <ac:chgData name="Rebecca Burns" userId="a2a5a3c66734bed5" providerId="Windows Live" clId="Web-{FE4FDF72-35C9-4269-A026-0F107CB7B665}" dt="2026-07-31T10:41:32.114" v="50" actId="20577"/>
          <ac:spMkLst>
            <pc:docMk/>
            <pc:sldMk cId="3957854153" sldId="262"/>
            <ac:spMk id="3" creationId="{67AA077D-DD7F-03E4-4576-A6CC164498D1}"/>
          </ac:spMkLst>
        </pc:spChg>
      </pc:sldChg>
      <pc:sldChg chg="addSp delSp modSp add replId">
        <pc:chgData name="Rebecca Burns" userId="a2a5a3c66734bed5" providerId="Windows Live" clId="Web-{FE4FDF72-35C9-4269-A026-0F107CB7B665}" dt="2026-07-31T13:37:29.730" v="527" actId="1076"/>
        <pc:sldMkLst>
          <pc:docMk/>
          <pc:sldMk cId="2242345266" sldId="263"/>
        </pc:sldMkLst>
        <pc:spChg chg="mod">
          <ac:chgData name="Rebecca Burns" userId="a2a5a3c66734bed5" providerId="Windows Live" clId="Web-{FE4FDF72-35C9-4269-A026-0F107CB7B665}" dt="2026-07-31T11:58:51.884" v="421" actId="20577"/>
          <ac:spMkLst>
            <pc:docMk/>
            <pc:sldMk cId="2242345266" sldId="263"/>
            <ac:spMk id="2" creationId="{ACE3A457-5820-9E32-3F2B-4409DB54F152}"/>
          </ac:spMkLst>
        </pc:spChg>
        <pc:spChg chg="add mod">
          <ac:chgData name="Rebecca Burns" userId="a2a5a3c66734bed5" providerId="Windows Live" clId="Web-{FE4FDF72-35C9-4269-A026-0F107CB7B665}" dt="2026-07-31T13:34:27.130" v="521" actId="14100"/>
          <ac:spMkLst>
            <pc:docMk/>
            <pc:sldMk cId="2242345266" sldId="263"/>
            <ac:spMk id="3" creationId="{97FB1A55-E754-324E-C5A4-873A686808CB}"/>
          </ac:spMkLst>
        </pc:spChg>
        <pc:picChg chg="add mod">
          <ac:chgData name="Rebecca Burns" userId="a2a5a3c66734bed5" providerId="Windows Live" clId="Web-{FE4FDF72-35C9-4269-A026-0F107CB7B665}" dt="2026-07-31T13:37:29.730" v="527" actId="1076"/>
          <ac:picMkLst>
            <pc:docMk/>
            <pc:sldMk cId="2242345266" sldId="263"/>
            <ac:picMk id="4" creationId="{182F9779-4EC0-DA61-8BE3-41F92EFA586E}"/>
          </ac:picMkLst>
        </pc:picChg>
        <pc:picChg chg="add mod">
          <ac:chgData name="Rebecca Burns" userId="a2a5a3c66734bed5" providerId="Windows Live" clId="Web-{FE4FDF72-35C9-4269-A026-0F107CB7B665}" dt="2026-07-31T13:37:12.277" v="525" actId="14100"/>
          <ac:picMkLst>
            <pc:docMk/>
            <pc:sldMk cId="2242345266" sldId="263"/>
            <ac:picMk id="12" creationId="{093C31BD-9653-02D7-5DA0-50E2BE4A50D6}"/>
          </ac:picMkLst>
        </pc:picChg>
        <pc:picChg chg="add mod">
          <ac:chgData name="Rebecca Burns" userId="a2a5a3c66734bed5" providerId="Windows Live" clId="Web-{FE4FDF72-35C9-4269-A026-0F107CB7B665}" dt="2026-07-31T13:30:00.964" v="436" actId="14100"/>
          <ac:picMkLst>
            <pc:docMk/>
            <pc:sldMk cId="2242345266" sldId="263"/>
            <ac:picMk id="17" creationId="{D66EA972-BAD0-F18E-4259-E410632B963A}"/>
          </ac:picMkLst>
        </pc:picChg>
      </pc:sldChg>
    </pc:docChg>
  </pc:docChgLst>
  <pc:docChgLst>
    <pc:chgData name="Rebecca Burns" userId="a2a5a3c66734bed5" providerId="Windows Live" clId="Web-{4B13B8B7-55D3-4718-A96B-DAA10EC239CF}"/>
    <pc:docChg chg="modSld">
      <pc:chgData name="Rebecca Burns" userId="a2a5a3c66734bed5" providerId="Windows Live" clId="Web-{4B13B8B7-55D3-4718-A96B-DAA10EC239CF}" dt="2026-07-31T19:22:41.359" v="81" actId="1076"/>
      <pc:docMkLst>
        <pc:docMk/>
      </pc:docMkLst>
      <pc:sldChg chg="modSp">
        <pc:chgData name="Rebecca Burns" userId="a2a5a3c66734bed5" providerId="Windows Live" clId="Web-{4B13B8B7-55D3-4718-A96B-DAA10EC239CF}" dt="2026-07-31T19:05:26.663" v="19" actId="20577"/>
        <pc:sldMkLst>
          <pc:docMk/>
          <pc:sldMk cId="109857222" sldId="256"/>
        </pc:sldMkLst>
        <pc:spChg chg="mod">
          <ac:chgData name="Rebecca Burns" userId="a2a5a3c66734bed5" providerId="Windows Live" clId="Web-{4B13B8B7-55D3-4718-A96B-DAA10EC239CF}" dt="2026-07-31T19:05:26.663" v="19" actId="20577"/>
          <ac:spMkLst>
            <pc:docMk/>
            <pc:sldMk cId="109857222" sldId="256"/>
            <ac:spMk id="5" creationId="{992017C5-9B33-8376-1871-A6633A82AC43}"/>
          </ac:spMkLst>
        </pc:spChg>
      </pc:sldChg>
      <pc:sldChg chg="modSp">
        <pc:chgData name="Rebecca Burns" userId="a2a5a3c66734bed5" providerId="Windows Live" clId="Web-{4B13B8B7-55D3-4718-A96B-DAA10EC239CF}" dt="2026-07-31T19:05:59.398" v="31" actId="20577"/>
        <pc:sldMkLst>
          <pc:docMk/>
          <pc:sldMk cId="1994052127" sldId="258"/>
        </pc:sldMkLst>
        <pc:spChg chg="mod">
          <ac:chgData name="Rebecca Burns" userId="a2a5a3c66734bed5" providerId="Windows Live" clId="Web-{4B13B8B7-55D3-4718-A96B-DAA10EC239CF}" dt="2026-07-31T19:05:59.398" v="31" actId="20577"/>
          <ac:spMkLst>
            <pc:docMk/>
            <pc:sldMk cId="1994052127" sldId="258"/>
            <ac:spMk id="16" creationId="{C314AA6F-ED24-76FF-0B8E-D78F93A4F451}"/>
          </ac:spMkLst>
        </pc:spChg>
      </pc:sldChg>
      <pc:sldChg chg="modSp">
        <pc:chgData name="Rebecca Burns" userId="a2a5a3c66734bed5" providerId="Windows Live" clId="Web-{4B13B8B7-55D3-4718-A96B-DAA10EC239CF}" dt="2026-07-31T19:09:53.593" v="37" actId="1076"/>
        <pc:sldMkLst>
          <pc:docMk/>
          <pc:sldMk cId="1343050362" sldId="260"/>
        </pc:sldMkLst>
        <pc:picChg chg="mod">
          <ac:chgData name="Rebecca Burns" userId="a2a5a3c66734bed5" providerId="Windows Live" clId="Web-{4B13B8B7-55D3-4718-A96B-DAA10EC239CF}" dt="2026-07-31T19:09:39.515" v="32" actId="14100"/>
          <ac:picMkLst>
            <pc:docMk/>
            <pc:sldMk cId="1343050362" sldId="260"/>
            <ac:picMk id="3" creationId="{9DBDDC7B-4E02-A826-8AE8-9D6D4A82F8F3}"/>
          </ac:picMkLst>
        </pc:picChg>
        <pc:picChg chg="mod">
          <ac:chgData name="Rebecca Burns" userId="a2a5a3c66734bed5" providerId="Windows Live" clId="Web-{4B13B8B7-55D3-4718-A96B-DAA10EC239CF}" dt="2026-07-31T19:09:43.218" v="33" actId="1076"/>
          <ac:picMkLst>
            <pc:docMk/>
            <pc:sldMk cId="1343050362" sldId="260"/>
            <ac:picMk id="4" creationId="{F186C120-8C67-3CE0-7200-64BEAB39AD87}"/>
          </ac:picMkLst>
        </pc:picChg>
        <pc:picChg chg="mod">
          <ac:chgData name="Rebecca Burns" userId="a2a5a3c66734bed5" providerId="Windows Live" clId="Web-{4B13B8B7-55D3-4718-A96B-DAA10EC239CF}" dt="2026-07-31T19:09:53.593" v="37" actId="1076"/>
          <ac:picMkLst>
            <pc:docMk/>
            <pc:sldMk cId="1343050362" sldId="260"/>
            <ac:picMk id="5" creationId="{824E69FD-0BD8-9C3A-DEFC-02B270BEFB53}"/>
          </ac:picMkLst>
        </pc:picChg>
        <pc:picChg chg="mod">
          <ac:chgData name="Rebecca Burns" userId="a2a5a3c66734bed5" providerId="Windows Live" clId="Web-{4B13B8B7-55D3-4718-A96B-DAA10EC239CF}" dt="2026-07-31T19:09:45.421" v="34" actId="1076"/>
          <ac:picMkLst>
            <pc:docMk/>
            <pc:sldMk cId="1343050362" sldId="260"/>
            <ac:picMk id="10" creationId="{698A40AE-6315-FB19-5559-0BA78086014C}"/>
          </ac:picMkLst>
        </pc:picChg>
        <pc:picChg chg="mod">
          <ac:chgData name="Rebecca Burns" userId="a2a5a3c66734bed5" providerId="Windows Live" clId="Web-{4B13B8B7-55D3-4718-A96B-DAA10EC239CF}" dt="2026-07-31T19:09:47.703" v="35" actId="1076"/>
          <ac:picMkLst>
            <pc:docMk/>
            <pc:sldMk cId="1343050362" sldId="260"/>
            <ac:picMk id="11" creationId="{8AB04CA6-ABA3-9CD3-3D38-DBF23839B0FE}"/>
          </ac:picMkLst>
        </pc:picChg>
        <pc:picChg chg="mod">
          <ac:chgData name="Rebecca Burns" userId="a2a5a3c66734bed5" providerId="Windows Live" clId="Web-{4B13B8B7-55D3-4718-A96B-DAA10EC239CF}" dt="2026-07-31T19:09:50.937" v="36" actId="1076"/>
          <ac:picMkLst>
            <pc:docMk/>
            <pc:sldMk cId="1343050362" sldId="260"/>
            <ac:picMk id="12" creationId="{6A38E336-D165-9FCC-C1D8-3EB6DE8A7246}"/>
          </ac:picMkLst>
        </pc:picChg>
      </pc:sldChg>
      <pc:sldChg chg="modSp">
        <pc:chgData name="Rebecca Burns" userId="a2a5a3c66734bed5" providerId="Windows Live" clId="Web-{4B13B8B7-55D3-4718-A96B-DAA10EC239CF}" dt="2026-07-31T19:03:44.894" v="11" actId="20577"/>
        <pc:sldMkLst>
          <pc:docMk/>
          <pc:sldMk cId="3957854153" sldId="262"/>
        </pc:sldMkLst>
        <pc:spChg chg="mod">
          <ac:chgData name="Rebecca Burns" userId="a2a5a3c66734bed5" providerId="Windows Live" clId="Web-{4B13B8B7-55D3-4718-A96B-DAA10EC239CF}" dt="2026-07-31T19:03:44.894" v="11" actId="20577"/>
          <ac:spMkLst>
            <pc:docMk/>
            <pc:sldMk cId="3957854153" sldId="262"/>
            <ac:spMk id="3" creationId="{67AA077D-DD7F-03E4-4576-A6CC164498D1}"/>
          </ac:spMkLst>
        </pc:spChg>
      </pc:sldChg>
      <pc:sldChg chg="modSp">
        <pc:chgData name="Rebecca Burns" userId="a2a5a3c66734bed5" providerId="Windows Live" clId="Web-{4B13B8B7-55D3-4718-A96B-DAA10EC239CF}" dt="2026-07-31T19:22:41.359" v="81" actId="1076"/>
        <pc:sldMkLst>
          <pc:docMk/>
          <pc:sldMk cId="2242345266" sldId="263"/>
        </pc:sldMkLst>
        <pc:spChg chg="mod">
          <ac:chgData name="Rebecca Burns" userId="a2a5a3c66734bed5" providerId="Windows Live" clId="Web-{4B13B8B7-55D3-4718-A96B-DAA10EC239CF}" dt="2026-07-31T19:22:09.483" v="73" actId="1076"/>
          <ac:spMkLst>
            <pc:docMk/>
            <pc:sldMk cId="2242345266" sldId="263"/>
            <ac:spMk id="3" creationId="{97FB1A55-E754-324E-C5A4-873A686808CB}"/>
          </ac:spMkLst>
        </pc:spChg>
        <pc:picChg chg="mod">
          <ac:chgData name="Rebecca Burns" userId="a2a5a3c66734bed5" providerId="Windows Live" clId="Web-{4B13B8B7-55D3-4718-A96B-DAA10EC239CF}" dt="2026-07-31T19:22:33.015" v="79" actId="1076"/>
          <ac:picMkLst>
            <pc:docMk/>
            <pc:sldMk cId="2242345266" sldId="263"/>
            <ac:picMk id="4" creationId="{182F9779-4EC0-DA61-8BE3-41F92EFA586E}"/>
          </ac:picMkLst>
        </pc:picChg>
        <pc:picChg chg="mod">
          <ac:chgData name="Rebecca Burns" userId="a2a5a3c66734bed5" providerId="Windows Live" clId="Web-{4B13B8B7-55D3-4718-A96B-DAA10EC239CF}" dt="2026-07-31T19:22:37.328" v="80" actId="1076"/>
          <ac:picMkLst>
            <pc:docMk/>
            <pc:sldMk cId="2242345266" sldId="263"/>
            <ac:picMk id="12" creationId="{093C31BD-9653-02D7-5DA0-50E2BE4A50D6}"/>
          </ac:picMkLst>
        </pc:picChg>
        <pc:picChg chg="mod">
          <ac:chgData name="Rebecca Burns" userId="a2a5a3c66734bed5" providerId="Windows Live" clId="Web-{4B13B8B7-55D3-4718-A96B-DAA10EC239CF}" dt="2026-07-31T19:22:41.359" v="81" actId="1076"/>
          <ac:picMkLst>
            <pc:docMk/>
            <pc:sldMk cId="2242345266" sldId="263"/>
            <ac:picMk id="17" creationId="{D66EA972-BAD0-F18E-4259-E410632B963A}"/>
          </ac:picMkLst>
        </pc:picChg>
      </pc:sldChg>
    </pc:docChg>
  </pc:docChgLst>
  <pc:docChgLst>
    <pc:chgData name="Rebecca Burns" userId="a2a5a3c66734bed5" providerId="Windows Live" clId="Web-{DB2CF7D8-E8D4-42B7-ADE2-1C349A5D217A}"/>
    <pc:docChg chg="addSld modSld">
      <pc:chgData name="Rebecca Burns" userId="a2a5a3c66734bed5" providerId="Windows Live" clId="Web-{DB2CF7D8-E8D4-42B7-ADE2-1C349A5D217A}" dt="2026-07-25T18:17:35.632" v="203"/>
      <pc:docMkLst>
        <pc:docMk/>
      </pc:docMkLst>
      <pc:sldChg chg="modSp">
        <pc:chgData name="Rebecca Burns" userId="a2a5a3c66734bed5" providerId="Windows Live" clId="Web-{DB2CF7D8-E8D4-42B7-ADE2-1C349A5D217A}" dt="2026-07-25T17:31:11.718" v="3" actId="14100"/>
        <pc:sldMkLst>
          <pc:docMk/>
          <pc:sldMk cId="109857222" sldId="256"/>
        </pc:sldMkLst>
        <pc:spChg chg="mod">
          <ac:chgData name="Rebecca Burns" userId="a2a5a3c66734bed5" providerId="Windows Live" clId="Web-{DB2CF7D8-E8D4-42B7-ADE2-1C349A5D217A}" dt="2026-07-25T17:31:11.718" v="3" actId="14100"/>
          <ac:spMkLst>
            <pc:docMk/>
            <pc:sldMk cId="109857222" sldId="256"/>
            <ac:spMk id="5" creationId="{992017C5-9B33-8376-1871-A6633A82AC43}"/>
          </ac:spMkLst>
        </pc:spChg>
        <pc:picChg chg="mod">
          <ac:chgData name="Rebecca Burns" userId="a2a5a3c66734bed5" providerId="Windows Live" clId="Web-{DB2CF7D8-E8D4-42B7-ADE2-1C349A5D217A}" dt="2026-07-25T17:27:09.972" v="2" actId="1076"/>
          <ac:picMkLst>
            <pc:docMk/>
            <pc:sldMk cId="109857222" sldId="256"/>
            <ac:picMk id="9" creationId="{FD0166B3-7E5C-653B-EE7D-552CFB5F5342}"/>
          </ac:picMkLst>
        </pc:picChg>
      </pc:sldChg>
      <pc:sldChg chg="addSp delSp modSp add replId">
        <pc:chgData name="Rebecca Burns" userId="a2a5a3c66734bed5" providerId="Windows Live" clId="Web-{DB2CF7D8-E8D4-42B7-ADE2-1C349A5D217A}" dt="2026-07-25T18:10:00.946" v="133" actId="20577"/>
        <pc:sldMkLst>
          <pc:docMk/>
          <pc:sldMk cId="1994052127" sldId="258"/>
        </pc:sldMkLst>
        <pc:spChg chg="mod">
          <ac:chgData name="Rebecca Burns" userId="a2a5a3c66734bed5" providerId="Windows Live" clId="Web-{DB2CF7D8-E8D4-42B7-ADE2-1C349A5D217A}" dt="2026-07-25T17:41:43.247" v="38" actId="14100"/>
          <ac:spMkLst>
            <pc:docMk/>
            <pc:sldMk cId="1994052127" sldId="258"/>
            <ac:spMk id="2" creationId="{4E458A6C-BF70-E4BB-8E88-193E81771288}"/>
          </ac:spMkLst>
        </pc:spChg>
        <pc:spChg chg="add">
          <ac:chgData name="Rebecca Burns" userId="a2a5a3c66734bed5" providerId="Windows Live" clId="Web-{DB2CF7D8-E8D4-42B7-ADE2-1C349A5D217A}" dt="2026-07-25T17:53:16.970" v="58"/>
          <ac:spMkLst>
            <pc:docMk/>
            <pc:sldMk cId="1994052127" sldId="258"/>
            <ac:spMk id="13" creationId="{519C141D-6D39-AE94-EA57-99F6BB8E4EE8}"/>
          </ac:spMkLst>
        </pc:spChg>
        <pc:spChg chg="add">
          <ac:chgData name="Rebecca Burns" userId="a2a5a3c66734bed5" providerId="Windows Live" clId="Web-{DB2CF7D8-E8D4-42B7-ADE2-1C349A5D217A}" dt="2026-07-25T17:53:26.236" v="59"/>
          <ac:spMkLst>
            <pc:docMk/>
            <pc:sldMk cId="1994052127" sldId="258"/>
            <ac:spMk id="14" creationId="{489C9DD1-252C-7133-E449-6986EB5DE150}"/>
          </ac:spMkLst>
        </pc:spChg>
        <pc:spChg chg="add mod">
          <ac:chgData name="Rebecca Burns" userId="a2a5a3c66734bed5" providerId="Windows Live" clId="Web-{DB2CF7D8-E8D4-42B7-ADE2-1C349A5D217A}" dt="2026-07-25T18:10:00.946" v="133" actId="20577"/>
          <ac:spMkLst>
            <pc:docMk/>
            <pc:sldMk cId="1994052127" sldId="258"/>
            <ac:spMk id="16" creationId="{C314AA6F-ED24-76FF-0B8E-D78F93A4F451}"/>
          </ac:spMkLst>
        </pc:spChg>
        <pc:picChg chg="add mod">
          <ac:chgData name="Rebecca Burns" userId="a2a5a3c66734bed5" providerId="Windows Live" clId="Web-{DB2CF7D8-E8D4-42B7-ADE2-1C349A5D217A}" dt="2026-07-25T17:50:14.012" v="49" actId="14100"/>
          <ac:picMkLst>
            <pc:docMk/>
            <pc:sldMk cId="1994052127" sldId="258"/>
            <ac:picMk id="3" creationId="{6255F671-FF6D-91D7-B147-132B32C06688}"/>
          </ac:picMkLst>
        </pc:picChg>
        <pc:picChg chg="add mod">
          <ac:chgData name="Rebecca Burns" userId="a2a5a3c66734bed5" providerId="Windows Live" clId="Web-{DB2CF7D8-E8D4-42B7-ADE2-1C349A5D217A}" dt="2026-07-25T18:04:57.062" v="122" actId="1076"/>
          <ac:picMkLst>
            <pc:docMk/>
            <pc:sldMk cId="1994052127" sldId="258"/>
            <ac:picMk id="10" creationId="{F8CC0C6C-9D0B-34D2-7B40-6A37AD0F6D43}"/>
          </ac:picMkLst>
        </pc:picChg>
        <pc:picChg chg="add mod">
          <ac:chgData name="Rebecca Burns" userId="a2a5a3c66734bed5" providerId="Windows Live" clId="Web-{DB2CF7D8-E8D4-42B7-ADE2-1C349A5D217A}" dt="2026-07-25T18:06:21.768" v="124" actId="1076"/>
          <ac:picMkLst>
            <pc:docMk/>
            <pc:sldMk cId="1994052127" sldId="258"/>
            <ac:picMk id="18" creationId="{E66C8518-67F6-9CFC-128C-D3B7D34707DD}"/>
          </ac:picMkLst>
        </pc:picChg>
        <pc:picChg chg="add mod">
          <ac:chgData name="Rebecca Burns" userId="a2a5a3c66734bed5" providerId="Windows Live" clId="Web-{DB2CF7D8-E8D4-42B7-ADE2-1C349A5D217A}" dt="2026-07-25T18:07:11.207" v="126" actId="1076"/>
          <ac:picMkLst>
            <pc:docMk/>
            <pc:sldMk cId="1994052127" sldId="258"/>
            <ac:picMk id="19" creationId="{920EB98A-A89E-B60D-2C1F-B969D534AB73}"/>
          </ac:picMkLst>
        </pc:picChg>
        <pc:picChg chg="add mod">
          <ac:chgData name="Rebecca Burns" userId="a2a5a3c66734bed5" providerId="Windows Live" clId="Web-{DB2CF7D8-E8D4-42B7-ADE2-1C349A5D217A}" dt="2026-07-25T18:09:45.305" v="128" actId="1076"/>
          <ac:picMkLst>
            <pc:docMk/>
            <pc:sldMk cId="1994052127" sldId="258"/>
            <ac:picMk id="20" creationId="{85E8CF4F-1EBC-074A-8474-ABCE4195861B}"/>
          </ac:picMkLst>
        </pc:picChg>
      </pc:sldChg>
      <pc:sldChg chg="delSp modSp add replId">
        <pc:chgData name="Rebecca Burns" userId="a2a5a3c66734bed5" providerId="Windows Live" clId="Web-{DB2CF7D8-E8D4-42B7-ADE2-1C349A5D217A}" dt="2026-07-25T18:17:21.912" v="197"/>
        <pc:sldMkLst>
          <pc:docMk/>
          <pc:sldMk cId="1343050362" sldId="260"/>
        </pc:sldMkLst>
        <pc:spChg chg="mod">
          <ac:chgData name="Rebecca Burns" userId="a2a5a3c66734bed5" providerId="Windows Live" clId="Web-{DB2CF7D8-E8D4-42B7-ADE2-1C349A5D217A}" dt="2026-07-25T18:15:02.928" v="169" actId="20577"/>
          <ac:spMkLst>
            <pc:docMk/>
            <pc:sldMk cId="1343050362" sldId="260"/>
            <ac:spMk id="2" creationId="{B5076471-1CD7-6BEB-1828-6B3619665889}"/>
          </ac:spMkLst>
        </pc:spChg>
      </pc:sldChg>
      <pc:sldChg chg="delSp modSp add replId">
        <pc:chgData name="Rebecca Burns" userId="a2a5a3c66734bed5" providerId="Windows Live" clId="Web-{DB2CF7D8-E8D4-42B7-ADE2-1C349A5D217A}" dt="2026-07-25T18:17:35.632" v="203"/>
        <pc:sldMkLst>
          <pc:docMk/>
          <pc:sldMk cId="2968649684" sldId="261"/>
        </pc:sldMkLst>
        <pc:spChg chg="mod">
          <ac:chgData name="Rebecca Burns" userId="a2a5a3c66734bed5" providerId="Windows Live" clId="Web-{DB2CF7D8-E8D4-42B7-ADE2-1C349A5D217A}" dt="2026-07-25T18:16:58.207" v="191" actId="20577"/>
          <ac:spMkLst>
            <pc:docMk/>
            <pc:sldMk cId="2968649684" sldId="261"/>
            <ac:spMk id="2" creationId="{5227DECD-F3A8-9DD3-7770-074811D56C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F6E78-10D3-C85E-34CE-0008F3BD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2C72303-ACC4-3E6D-8D4D-698D786E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6E80485-BC58-9ECC-2F46-1F3C7A39A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B6BA765-D895-CEE3-2195-024FC9F28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6BA0604-02AC-2C5E-60AA-E52866C90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C4E035-63F4-4178-7F27-8C4A8FA22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6400" y="1534972"/>
            <a:ext cx="5257798" cy="806053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4400" b="1"/>
              <a:t>Human Factors</a:t>
            </a:r>
            <a:endParaRPr lang="en-US" sz="4400" b="1" kern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A077D-DD7F-03E4-4576-A6CC164498D1}"/>
              </a:ext>
            </a:extLst>
          </p:cNvPr>
          <p:cNvSpPr txBox="1"/>
          <p:nvPr/>
        </p:nvSpPr>
        <p:spPr>
          <a:xfrm>
            <a:off x="2522658" y="2593981"/>
            <a:ext cx="7350480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b="1" dirty="0"/>
          </a:p>
          <a:p>
            <a:pPr algn="ctr"/>
            <a:r>
              <a:rPr lang="en-GB" sz="2800" b="1"/>
              <a:t>Stage 3 – A user storyboard for </a:t>
            </a:r>
            <a:endParaRPr lang="en-GB" sz="2800" b="1" dirty="0"/>
          </a:p>
          <a:p>
            <a:pPr algn="ctr"/>
            <a:r>
              <a:rPr lang="en-GB" sz="2800" b="1" dirty="0"/>
              <a:t>Smart Meter </a:t>
            </a:r>
            <a:r>
              <a:rPr lang="en-GB" sz="2800" b="1"/>
              <a:t>Confusion</a:t>
            </a:r>
            <a:r>
              <a:rPr lang="en-GB" sz="2800" b="1" dirty="0"/>
              <a:t> Webpage </a:t>
            </a:r>
          </a:p>
          <a:p>
            <a:pPr algn="ctr"/>
            <a:endParaRPr lang="en-GB" sz="2800" b="1" dirty="0"/>
          </a:p>
          <a:p>
            <a:pPr algn="ctr"/>
            <a:r>
              <a:rPr lang="en-GB" sz="2800" b="1">
                <a:highlight>
                  <a:srgbClr val="F5F5F5"/>
                </a:highlight>
              </a:rPr>
              <a:t>Artefact 3.3</a:t>
            </a:r>
            <a:endParaRPr lang="en-GB" sz="280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785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277" y="501575"/>
            <a:ext cx="5257798" cy="806053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lang="en-US" sz="4400" b="1" kern="1200">
                <a:latin typeface="+mj-lt"/>
                <a:ea typeface="+mj-ea"/>
                <a:cs typeface="+mj-cs"/>
              </a:rPr>
              <a:t>First User Interaction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017C5-9B33-8376-1871-A6633A82AC43}"/>
              </a:ext>
            </a:extLst>
          </p:cNvPr>
          <p:cNvSpPr txBox="1"/>
          <p:nvPr/>
        </p:nvSpPr>
        <p:spPr>
          <a:xfrm>
            <a:off x="7123006" y="4347109"/>
            <a:ext cx="4568533" cy="238295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latin typeface="+mn-lt"/>
                <a:ea typeface="+mn-ea"/>
                <a:cs typeface="+mn-cs"/>
              </a:rPr>
              <a:t>The engineer has just left after </a:t>
            </a:r>
            <a:r>
              <a:rPr lang="en-US" sz="2400" b="1" dirty="0"/>
              <a:t>installing a smart</a:t>
            </a:r>
            <a:r>
              <a:rPr lang="en-US" sz="2400" b="1" kern="1200" dirty="0">
                <a:latin typeface="+mn-lt"/>
                <a:ea typeface="+mn-ea"/>
                <a:cs typeface="+mn-cs"/>
              </a:rPr>
              <a:t> meter</a:t>
            </a:r>
            <a:r>
              <a:rPr lang="en-US" sz="2400" b="1" dirty="0"/>
              <a:t> with no explanation how they work. Advised to </a:t>
            </a:r>
            <a:r>
              <a:rPr lang="en-US" sz="2400" b="1"/>
              <a:t>contact</a:t>
            </a:r>
            <a:r>
              <a:rPr lang="en-US" sz="2400" b="1" dirty="0"/>
              <a:t> supplier for any issues</a:t>
            </a:r>
            <a:r>
              <a:rPr lang="en-US" sz="2000" b="1" dirty="0"/>
              <a:t> </a:t>
            </a:r>
            <a:endParaRPr lang="en-US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EFAE7B-2A8D-1A04-D46B-05A9B46388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5" r="2328" b="-3"/>
          <a:stretch>
            <a:fillRect/>
          </a:stretch>
        </p:blipFill>
        <p:spPr>
          <a:xfrm>
            <a:off x="4846595" y="1339031"/>
            <a:ext cx="2672931" cy="312881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F1273B-6CE1-F963-F6C0-8DE491C7A7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96" r="14605" b="-2"/>
          <a:stretch>
            <a:fillRect/>
          </a:stretch>
        </p:blipFill>
        <p:spPr>
          <a:xfrm>
            <a:off x="8316211" y="1510416"/>
            <a:ext cx="2430932" cy="294497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Picture 3" descr="Electric Meter Installation Electric Meter Installation &amp; Repair">
            <a:extLst>
              <a:ext uri="{FF2B5EF4-FFF2-40B4-BE49-F238E27FC236}">
                <a16:creationId xmlns:a16="http://schemas.microsoft.com/office/drawing/2014/main" id="{E7A8D524-CC86-C894-6167-93E3377037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481" r="22981"/>
          <a:stretch>
            <a:fillRect/>
          </a:stretch>
        </p:blipFill>
        <p:spPr>
          <a:xfrm>
            <a:off x="1309572" y="1539908"/>
            <a:ext cx="2618506" cy="2916242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65CF2F-1331-1818-B69C-3167D0A0D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929" y="5816321"/>
            <a:ext cx="1150568" cy="10670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0166B3-7E5C-653B-EE7D-552CFB5F5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808" y="5850314"/>
            <a:ext cx="1152387" cy="10021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0EB42F-D787-07AF-E031-717C97FCDD8D}"/>
              </a:ext>
            </a:extLst>
          </p:cNvPr>
          <p:cNvSpPr txBox="1"/>
          <p:nvPr/>
        </p:nvSpPr>
        <p:spPr>
          <a:xfrm>
            <a:off x="2325924" y="4911542"/>
            <a:ext cx="144926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>
                <a:ea typeface="+mn-lt"/>
                <a:cs typeface="+mn-lt"/>
              </a:rPr>
              <a:t>High cognitive load occurs due to limited guidance and unclear feedback.</a:t>
            </a:r>
            <a:endParaRPr 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A50C7A-948B-E968-CE7E-0729250CD3A9}"/>
              </a:ext>
            </a:extLst>
          </p:cNvPr>
          <p:cNvSpPr txBox="1"/>
          <p:nvPr/>
        </p:nvSpPr>
        <p:spPr>
          <a:xfrm>
            <a:off x="883928" y="4892704"/>
            <a:ext cx="1432503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/>
              <a:t>Symbolises the smart meters technical process, which the user does not understand</a:t>
            </a:r>
          </a:p>
          <a:p>
            <a:endParaRPr lang="en-GB" sz="10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ACFE871-48CD-04DD-88F9-9E1393BD8AF5}"/>
              </a:ext>
            </a:extLst>
          </p:cNvPr>
          <p:cNvCxnSpPr/>
          <p:nvPr/>
        </p:nvCxnSpPr>
        <p:spPr>
          <a:xfrm flipV="1">
            <a:off x="3505878" y="4382349"/>
            <a:ext cx="1344927" cy="1707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91207-A2E3-DB62-0971-5B96E2BB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222184E-4545-4B88-2BEB-246F07643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344B41-4EE1-71B0-9800-A1C4B6683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F22D33-F9EC-0E33-4C95-5E34EC424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08B33F5-C112-5C93-6DCE-4BBBE3A6D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58A6C-BF70-E4BB-8E88-193E81771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277" y="516089"/>
            <a:ext cx="5860140" cy="784282"/>
          </a:xfrm>
        </p:spPr>
        <p:txBody>
          <a:bodyPr vert="horz" wrap="square" lIns="91440" tIns="45720" rIns="91440" bIns="45720" rtlCol="0" anchor="ctr">
            <a:normAutofit fontScale="90000"/>
          </a:bodyPr>
          <a:lstStyle/>
          <a:p>
            <a:pPr algn="l"/>
            <a:r>
              <a:rPr lang="en-US" sz="4400" b="1" dirty="0"/>
              <a:t>User </a:t>
            </a:r>
            <a:r>
              <a:rPr lang="en-US" sz="4400" b="1"/>
              <a:t>Attempts to Interact</a:t>
            </a:r>
            <a:endParaRPr lang="en-US" sz="4400" b="1" kern="12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0F9E4-4EA2-3B0A-E4FE-85421C907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89" y="5971571"/>
            <a:ext cx="628650" cy="628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08E065-198A-6D70-15DA-C546B99F4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85" y="5962650"/>
            <a:ext cx="620032" cy="636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55F671-FF6D-91D7-B147-132B32C06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29" y="1916339"/>
            <a:ext cx="2492827" cy="3238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CC0C6C-9D0B-34D2-7B40-6A37AD0F6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642" y="1929795"/>
            <a:ext cx="2311045" cy="32480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9C141D-6D39-AE94-EA57-99F6BB8E4EE8}"/>
              </a:ext>
            </a:extLst>
          </p:cNvPr>
          <p:cNvSpPr txBox="1"/>
          <p:nvPr/>
        </p:nvSpPr>
        <p:spPr>
          <a:xfrm>
            <a:off x="3808109" y="4941476"/>
            <a:ext cx="5440157" cy="1072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9C9DD1-252C-7133-E449-6986EB5DE150}"/>
              </a:ext>
            </a:extLst>
          </p:cNvPr>
          <p:cNvSpPr txBox="1"/>
          <p:nvPr/>
        </p:nvSpPr>
        <p:spPr>
          <a:xfrm>
            <a:off x="4004560" y="4745025"/>
            <a:ext cx="4986810" cy="1435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4AA6F-ED24-76FF-0B8E-D78F93A4F451}"/>
              </a:ext>
            </a:extLst>
          </p:cNvPr>
          <p:cNvSpPr txBox="1"/>
          <p:nvPr/>
        </p:nvSpPr>
        <p:spPr>
          <a:xfrm>
            <a:off x="4202444" y="5405962"/>
            <a:ext cx="544616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ea typeface="+mn-lt"/>
                <a:cs typeface="+mn-lt"/>
              </a:rPr>
              <a:t>The customer is </a:t>
            </a:r>
            <a:r>
              <a:rPr lang="en-GB" sz="2400" b="1">
                <a:ea typeface="+mn-lt"/>
                <a:cs typeface="+mn-lt"/>
              </a:rPr>
              <a:t>unsure where</a:t>
            </a:r>
            <a:r>
              <a:rPr lang="en-GB" sz="2400" b="1" dirty="0">
                <a:ea typeface="+mn-lt"/>
                <a:cs typeface="+mn-lt"/>
              </a:rPr>
              <a:t> to begin. They press </a:t>
            </a:r>
            <a:r>
              <a:rPr lang="en-GB" sz="2400" b="1">
                <a:ea typeface="+mn-lt"/>
                <a:cs typeface="+mn-lt"/>
              </a:rPr>
              <a:t>buttons repeatedly but get nowhere. </a:t>
            </a:r>
            <a:endParaRPr lang="en-GB" sz="2400" b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6C8518-67F6-9CFC-128C-D3B7D3470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2254" y="1401082"/>
            <a:ext cx="514350" cy="5143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0EB98A-A89E-B60D-2C1F-B969D534AB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5911" y="1345293"/>
            <a:ext cx="495300" cy="495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E8CF4F-1EBC-074A-8474-ABCE419586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3639" y="5095800"/>
            <a:ext cx="619125" cy="6191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DDF359-4FB9-4342-2334-160E5CDE2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485" y="1840513"/>
            <a:ext cx="2234255" cy="3299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18901-57DC-2FA9-8502-A5DAB3F1C0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2803" y="1903564"/>
            <a:ext cx="2272394" cy="32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52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4C73C-B063-E2B9-7602-B215A853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FF99EF9-7B08-5ECE-2838-04A81D571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8A31B9-5508-471D-E783-CADB901FA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3C1C3E-8B46-B9DB-EF95-BA1FA2A48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11B689-88E2-86E5-254F-51940549D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A4B793-2995-D623-FE85-ADE1BFB3FB15}"/>
              </a:ext>
            </a:extLst>
          </p:cNvPr>
          <p:cNvSpPr txBox="1"/>
          <p:nvPr/>
        </p:nvSpPr>
        <p:spPr>
          <a:xfrm>
            <a:off x="3808109" y="4941476"/>
            <a:ext cx="5440157" cy="1072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A66588-DBEB-DBB5-12A3-0691BFBE15B7}"/>
              </a:ext>
            </a:extLst>
          </p:cNvPr>
          <p:cNvSpPr txBox="1"/>
          <p:nvPr/>
        </p:nvSpPr>
        <p:spPr>
          <a:xfrm>
            <a:off x="4004560" y="4745025"/>
            <a:ext cx="4986810" cy="1435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5228183-0968-6706-D775-A93FEB208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5" y="372458"/>
            <a:ext cx="6083905" cy="936173"/>
          </a:xfrm>
        </p:spPr>
        <p:txBody>
          <a:bodyPr>
            <a:normAutofit/>
          </a:bodyPr>
          <a:lstStyle/>
          <a:p>
            <a:r>
              <a:rPr lang="en-GB" sz="4400" b="1"/>
              <a:t>Trial and Error</a:t>
            </a:r>
          </a:p>
        </p:txBody>
      </p:sp>
      <p:pic>
        <p:nvPicPr>
          <p:cNvPr id="12" name="Picture 11" descr="A hand coming out of a hole&#10;&#10;AI-generated content may be incorrect.">
            <a:extLst>
              <a:ext uri="{FF2B5EF4-FFF2-40B4-BE49-F238E27FC236}">
                <a16:creationId xmlns:a16="http://schemas.microsoft.com/office/drawing/2014/main" id="{AFF74E57-21A7-6BAA-B0CA-B79C0B93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22" r="2" b="1119"/>
          <a:stretch>
            <a:fillRect/>
          </a:stretch>
        </p:blipFill>
        <p:spPr>
          <a:xfrm>
            <a:off x="3382952" y="1932431"/>
            <a:ext cx="4381194" cy="3014521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CA558C-3964-934D-D17D-9CC63FBC55D6}"/>
              </a:ext>
            </a:extLst>
          </p:cNvPr>
          <p:cNvSpPr txBox="1"/>
          <p:nvPr/>
        </p:nvSpPr>
        <p:spPr>
          <a:xfrm>
            <a:off x="10438" y="1591849"/>
            <a:ext cx="410227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Arial,Sans-Serif"/>
              <a:buChar char="•"/>
            </a:pPr>
            <a:r>
              <a:rPr lang="en-US" sz="2400" b="1" baseline="0">
                <a:latin typeface="Aptos"/>
                <a:ea typeface="Arial"/>
                <a:cs typeface="Arial"/>
              </a:rPr>
              <a:t>User tries different methods to understand. Attempts include following instructions, asking a neighbour, and searching for a contact number showing trial and error and increasing cognitive load.</a:t>
            </a:r>
            <a:r>
              <a:rPr lang="en-US" sz="2400">
                <a:latin typeface="Aptos"/>
                <a:ea typeface="Arial"/>
                <a:cs typeface="Arial"/>
              </a:rPr>
              <a:t>​</a:t>
            </a:r>
          </a:p>
          <a:p>
            <a:pPr algn="ctr"/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C46B49B-11BC-8A5A-811E-5F34010C9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920" y="-5140"/>
            <a:ext cx="3801684" cy="21753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57119B9-56FC-51DE-850F-C4E335EB8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358" y="2315936"/>
            <a:ext cx="3991481" cy="2224304"/>
          </a:xfrm>
          <a:prstGeom prst="rect">
            <a:avLst/>
          </a:prstGeom>
        </p:spPr>
      </p:pic>
      <p:pic>
        <p:nvPicPr>
          <p:cNvPr id="27" name="Picture 26" descr="A black and white gear&#10;&#10;AI-generated content may be incorrect.">
            <a:extLst>
              <a:ext uri="{FF2B5EF4-FFF2-40B4-BE49-F238E27FC236}">
                <a16:creationId xmlns:a16="http://schemas.microsoft.com/office/drawing/2014/main" id="{3477BB8F-D1EE-C4BC-E2CC-CD9F56A57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85" y="5962650"/>
            <a:ext cx="620032" cy="636814"/>
          </a:xfrm>
          <a:prstGeom prst="rect">
            <a:avLst/>
          </a:prstGeom>
        </p:spPr>
      </p:pic>
      <p:pic>
        <p:nvPicPr>
          <p:cNvPr id="29" name="Picture 28" descr="A blue and orange brain&#10;&#10;AI-generated content may be incorrect.">
            <a:extLst>
              <a:ext uri="{FF2B5EF4-FFF2-40B4-BE49-F238E27FC236}">
                <a16:creationId xmlns:a16="http://schemas.microsoft.com/office/drawing/2014/main" id="{F066BFDA-34DA-5B39-0A11-13FE6AE28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389" y="5971571"/>
            <a:ext cx="628650" cy="6286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E510D5-3CDC-E753-3C7E-18F8C48B29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0686" y="4752725"/>
            <a:ext cx="4140774" cy="211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9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2735D-4190-90EE-C76E-E6407E06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FF684C8-92C6-FBE8-2D6E-4A30E7A3A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FB2038-149B-0F73-8073-DFAA30FA1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609510C-C088-F8FB-768B-DF64C9F33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8D357D1-B289-D054-8186-4E1D6400E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076471-1CD7-6BEB-1828-6B3619665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277" y="516089"/>
            <a:ext cx="5860140" cy="784282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lang="en-US" sz="4400" b="1"/>
              <a:t>Seeks Help / Guidance</a:t>
            </a:r>
            <a:endParaRPr lang="en-US" sz="4400" b="1" kern="12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85EEA9-06A5-2339-03A8-2D8F8CFA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341" y="6007856"/>
            <a:ext cx="628650" cy="628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837633-9F26-5267-D1AD-63C2BAA1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37" y="6011031"/>
            <a:ext cx="620032" cy="636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06EEBF-474D-9715-9CA9-37E87CADE5CA}"/>
              </a:ext>
            </a:extLst>
          </p:cNvPr>
          <p:cNvSpPr txBox="1"/>
          <p:nvPr/>
        </p:nvSpPr>
        <p:spPr>
          <a:xfrm>
            <a:off x="3808109" y="4941476"/>
            <a:ext cx="5440157" cy="1072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89AE67-FECB-7421-D2C3-0CED4190C161}"/>
              </a:ext>
            </a:extLst>
          </p:cNvPr>
          <p:cNvSpPr txBox="1"/>
          <p:nvPr/>
        </p:nvSpPr>
        <p:spPr>
          <a:xfrm>
            <a:off x="4004560" y="4745025"/>
            <a:ext cx="4986810" cy="1435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BDDC7B-4E02-A826-8AE8-9D6D4A82F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948" y="2106537"/>
            <a:ext cx="2004723" cy="2237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347EA6-A23F-CD9D-964A-A519AD570B47}"/>
              </a:ext>
            </a:extLst>
          </p:cNvPr>
          <p:cNvSpPr txBox="1"/>
          <p:nvPr/>
        </p:nvSpPr>
        <p:spPr>
          <a:xfrm>
            <a:off x="483569" y="1843609"/>
            <a:ext cx="3354763" cy="3460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6C39D7-D514-37B9-DAB0-75F7C7924516}"/>
              </a:ext>
            </a:extLst>
          </p:cNvPr>
          <p:cNvSpPr txBox="1"/>
          <p:nvPr/>
        </p:nvSpPr>
        <p:spPr>
          <a:xfrm>
            <a:off x="486587" y="1544872"/>
            <a:ext cx="3142544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User transitions from </a:t>
            </a:r>
            <a:r>
              <a:rPr lang="en-US" sz="2400" b="1" dirty="0">
                <a:ea typeface="+mn-lt"/>
                <a:cs typeface="+mn-lt"/>
              </a:rPr>
              <a:t>trial‑and‑error to seeking structured help. This reflects a shift from independent problem‑solving to guided support, reducing cognitive load and improving task success</a:t>
            </a:r>
            <a:endParaRPr lang="en-US" sz="2400" b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8A40AE-6315-FB19-5559-0BA780860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471" y="2466113"/>
            <a:ext cx="1562705" cy="1526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B04CA6-ABA3-9CD3-3D38-DBF23839B0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162" y="2110373"/>
            <a:ext cx="1976060" cy="2066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38E336-D165-9FCC-C1D8-3EB6DE8A72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9049" y="2111054"/>
            <a:ext cx="2217964" cy="20994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86C120-8C67-3CE0-7200-64BEAB39AD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6794" y="4483537"/>
            <a:ext cx="837897" cy="922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4E69FD-0BD8-9C3A-DEFC-02B270BEFB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7744" y="4472971"/>
            <a:ext cx="900792" cy="9515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2A3D5F-C116-7453-7879-3AD7BCAA8E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0531" y="301096"/>
            <a:ext cx="638175" cy="6000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722050F-A25B-92B6-21D3-1F4F5226C890}"/>
              </a:ext>
            </a:extLst>
          </p:cNvPr>
          <p:cNvSpPr txBox="1"/>
          <p:nvPr/>
        </p:nvSpPr>
        <p:spPr>
          <a:xfrm>
            <a:off x="8691568" y="6007362"/>
            <a:ext cx="29879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 err="1"/>
              <a:t>However</a:t>
            </a:r>
            <a:r>
              <a:rPr lang="en-GB" sz="2400" b="1" dirty="0"/>
              <a:t> ….....</a:t>
            </a:r>
            <a:r>
              <a:rPr lang="en-GB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305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8AC8C-D2B3-68D8-36F6-E84EAA83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D1F057C-92B5-5F3E-5312-8443D0ACE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9EC828-3538-4771-5080-6DB8E043D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E69287-FB1A-F6F9-DEB1-F79558830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FC5CA5A-84C5-9022-4A1E-8F1B08A89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27DECD-F3A8-9DD3-7770-074811D56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277" y="530603"/>
            <a:ext cx="7674425" cy="762511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lang="en-US" sz="4400" b="1"/>
              <a:t>Overloaded by Technical Jargon</a:t>
            </a:r>
            <a:endParaRPr lang="en-US" sz="4400" b="1" kern="1200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C47058-39E0-2C8C-2759-9CB6B45A3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79" y="6007856"/>
            <a:ext cx="628650" cy="628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F9A50-CB29-2FC0-6A17-C25C8CE2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84" y="6011031"/>
            <a:ext cx="620032" cy="636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95765F-C12F-5B72-F179-646383CC74EC}"/>
              </a:ext>
            </a:extLst>
          </p:cNvPr>
          <p:cNvSpPr txBox="1"/>
          <p:nvPr/>
        </p:nvSpPr>
        <p:spPr>
          <a:xfrm>
            <a:off x="3808109" y="4941476"/>
            <a:ext cx="5440157" cy="1072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B36451-67C7-02FD-6527-8DA36099E5E2}"/>
              </a:ext>
            </a:extLst>
          </p:cNvPr>
          <p:cNvSpPr txBox="1"/>
          <p:nvPr/>
        </p:nvSpPr>
        <p:spPr>
          <a:xfrm>
            <a:off x="4004560" y="4745025"/>
            <a:ext cx="4986810" cy="1435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DE272-45D9-622F-BEDC-2D2DC0A5EB54}"/>
              </a:ext>
            </a:extLst>
          </p:cNvPr>
          <p:cNvSpPr txBox="1"/>
          <p:nvPr/>
        </p:nvSpPr>
        <p:spPr>
          <a:xfrm>
            <a:off x="286610" y="1718515"/>
            <a:ext cx="2564294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ea typeface="+mn-lt"/>
                <a:cs typeface="+mn-lt"/>
              </a:rPr>
              <a:t>The customer was overloaded with technical language and concepts they </a:t>
            </a:r>
            <a:r>
              <a:rPr lang="en-GB" sz="2400" b="1">
                <a:ea typeface="+mn-lt"/>
                <a:cs typeface="+mn-lt"/>
              </a:rPr>
              <a:t>did not </a:t>
            </a:r>
            <a:r>
              <a:rPr lang="en-GB" sz="2400" b="1" dirty="0">
                <a:ea typeface="+mn-lt"/>
                <a:cs typeface="+mn-lt"/>
              </a:rPr>
              <a:t>understand over the phone leaving the call still none the wiser.</a:t>
            </a:r>
            <a:endParaRPr lang="en-GB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93940-664A-3621-7EBC-5EA6CD480109}"/>
              </a:ext>
            </a:extLst>
          </p:cNvPr>
          <p:cNvSpPr txBox="1"/>
          <p:nvPr/>
        </p:nvSpPr>
        <p:spPr>
          <a:xfrm>
            <a:off x="8982710" y="5081008"/>
            <a:ext cx="3070330" cy="1581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/>
              <a:t>This confusion inspired the Smart Meter confusion webpage.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AE670-528B-6D87-31DE-16F754BF6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046" y="3693888"/>
            <a:ext cx="2606673" cy="1768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D80CDA-672B-3833-BE7D-42DC6909C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047" y="1724554"/>
            <a:ext cx="2895144" cy="1836510"/>
          </a:xfrm>
          <a:prstGeom prst="rect">
            <a:avLst/>
          </a:prstGeom>
        </p:spPr>
      </p:pic>
      <p:sp>
        <p:nvSpPr>
          <p:cNvPr id="6" name="Cloud 5">
            <a:extLst>
              <a:ext uri="{FF2B5EF4-FFF2-40B4-BE49-F238E27FC236}">
                <a16:creationId xmlns:a16="http://schemas.microsoft.com/office/drawing/2014/main" id="{8450E460-556B-203D-46D4-02CCC120F635}"/>
              </a:ext>
            </a:extLst>
          </p:cNvPr>
          <p:cNvSpPr/>
          <p:nvPr/>
        </p:nvSpPr>
        <p:spPr>
          <a:xfrm>
            <a:off x="3045300" y="4295985"/>
            <a:ext cx="2414860" cy="1574976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Your meter is in asynchronous diagn</a:t>
            </a:r>
            <a:r>
              <a:rPr lang="en-GB" sz="1400" b="1">
                <a:solidFill>
                  <a:schemeClr val="tx1"/>
                </a:solidFill>
              </a:rPr>
              <a:t>ostic mode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553C0E7C-1AAA-47EB-9B6C-52E7F95E2F24}"/>
              </a:ext>
            </a:extLst>
          </p:cNvPr>
          <p:cNvSpPr/>
          <p:nvPr/>
        </p:nvSpPr>
        <p:spPr>
          <a:xfrm>
            <a:off x="8756188" y="2632124"/>
            <a:ext cx="2290833" cy="1462803"/>
          </a:xfrm>
          <a:prstGeom prst="clou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The HAN signal </a:t>
            </a:r>
            <a:r>
              <a:rPr lang="en-GB" sz="1400" b="1" dirty="0" err="1">
                <a:solidFill>
                  <a:schemeClr val="tx1"/>
                </a:solidFill>
              </a:rPr>
              <a:t>isnt</a:t>
            </a:r>
            <a:r>
              <a:rPr lang="en-GB" sz="1400" b="1" dirty="0">
                <a:solidFill>
                  <a:schemeClr val="tx1"/>
                </a:solidFill>
              </a:rPr>
              <a:t> pairing correctly with the WAN gateway</a:t>
            </a:r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A1C9D6F7-B401-56B2-3971-B96850F22A2E}"/>
              </a:ext>
            </a:extLst>
          </p:cNvPr>
          <p:cNvSpPr/>
          <p:nvPr/>
        </p:nvSpPr>
        <p:spPr>
          <a:xfrm>
            <a:off x="6480497" y="1433647"/>
            <a:ext cx="3400098" cy="997362"/>
          </a:xfrm>
          <a:prstGeom prst="cloudCallou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It </a:t>
            </a:r>
            <a:r>
              <a:rPr lang="en-GB" sz="1400" b="1" dirty="0" err="1">
                <a:solidFill>
                  <a:schemeClr val="tx1"/>
                </a:solidFill>
              </a:rPr>
              <a:t>loooks</a:t>
            </a:r>
            <a:r>
              <a:rPr lang="en-GB" sz="1400" b="1" dirty="0">
                <a:solidFill>
                  <a:schemeClr val="tx1"/>
                </a:solidFill>
              </a:rPr>
              <a:t> like a DCC connectivity fault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A14E9D9-489D-3E34-40E4-BCB1A974C1C4}"/>
              </a:ext>
            </a:extLst>
          </p:cNvPr>
          <p:cNvSpPr/>
          <p:nvPr/>
        </p:nvSpPr>
        <p:spPr>
          <a:xfrm>
            <a:off x="7767335" y="5999284"/>
            <a:ext cx="997362" cy="2720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64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644F7-FE97-E454-54FB-5A170B3D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00EEF25-2D2E-6072-6FB6-042D6CAC2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B280A2-CD33-311F-0E04-42DD44AAB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B69A0C-785C-4904-61B6-AD6BE286C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5518FA-A54B-1FD2-614D-71258EB02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E3A457-5820-9E32-3F2B-4409DB54F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277" y="530603"/>
            <a:ext cx="7674425" cy="762511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lang="en-US" sz="4400" b="1" dirty="0"/>
              <a:t>Resolving the </a:t>
            </a:r>
            <a:r>
              <a:rPr lang="en-US" sz="4400" b="1"/>
              <a:t>Confusion.</a:t>
            </a:r>
            <a:endParaRPr lang="en-US" sz="4400" b="1" kern="12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E4E0C-8E8D-C61A-742E-23A053068030}"/>
              </a:ext>
            </a:extLst>
          </p:cNvPr>
          <p:cNvSpPr txBox="1"/>
          <p:nvPr/>
        </p:nvSpPr>
        <p:spPr>
          <a:xfrm>
            <a:off x="3808109" y="4941476"/>
            <a:ext cx="5440157" cy="1072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53751C-058A-240D-5136-CE78A854346F}"/>
              </a:ext>
            </a:extLst>
          </p:cNvPr>
          <p:cNvSpPr txBox="1"/>
          <p:nvPr/>
        </p:nvSpPr>
        <p:spPr>
          <a:xfrm>
            <a:off x="4004560" y="4745025"/>
            <a:ext cx="4986810" cy="1435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3C31BD-9653-02D7-5DA0-50E2BE4A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07" y="2293897"/>
            <a:ext cx="2531329" cy="26494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6EA972-BAD0-F18E-4259-E410632B9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90" y="2266009"/>
            <a:ext cx="2392015" cy="26721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FB1A55-E754-324E-C5A4-873A686808CB}"/>
              </a:ext>
            </a:extLst>
          </p:cNvPr>
          <p:cNvSpPr txBox="1"/>
          <p:nvPr/>
        </p:nvSpPr>
        <p:spPr>
          <a:xfrm>
            <a:off x="545542" y="2263078"/>
            <a:ext cx="290196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/>
              <a:t>Turning jargon into </a:t>
            </a:r>
            <a:r>
              <a:rPr lang="en-GB" sz="2400" b="1"/>
              <a:t>clarity through a human centred approach.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2F9779-4EC0-DA61-8BE3-41F92EFA5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402" y="138695"/>
            <a:ext cx="2645984" cy="19402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BF9693-B077-2383-E1A3-59B8DD281E4D}"/>
              </a:ext>
            </a:extLst>
          </p:cNvPr>
          <p:cNvSpPr txBox="1"/>
          <p:nvPr/>
        </p:nvSpPr>
        <p:spPr>
          <a:xfrm>
            <a:off x="1485794" y="5273929"/>
            <a:ext cx="1039794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b="1" dirty="0"/>
              <a:t>The Smart Meter Confusion webpage. Clear language and easy to </a:t>
            </a:r>
            <a:r>
              <a:rPr lang="en-GB" sz="2400" b="1"/>
              <a:t>navigate user trust is gained, confusion is resolved and overall satisfaction.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4234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Human Factors</vt:lpstr>
      <vt:lpstr>First User Interaction</vt:lpstr>
      <vt:lpstr>User Attempts to Interact</vt:lpstr>
      <vt:lpstr>Trial and Error</vt:lpstr>
      <vt:lpstr>Seeks Help / Guidance</vt:lpstr>
      <vt:lpstr>Overloaded by Technical Jargon</vt:lpstr>
      <vt:lpstr>Resolving the Confusion.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715</cp:revision>
  <dcterms:created xsi:type="dcterms:W3CDTF">2026-07-25T14:36:17Z</dcterms:created>
  <dcterms:modified xsi:type="dcterms:W3CDTF">2026-08-14T13:26:51Z</dcterms:modified>
</cp:coreProperties>
</file>